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3" r:id="rId1"/>
  </p:sldMasterIdLst>
  <p:notesMasterIdLst>
    <p:notesMasterId r:id="rId15"/>
  </p:notesMasterIdLst>
  <p:sldIdLst>
    <p:sldId id="256" r:id="rId2"/>
    <p:sldId id="259" r:id="rId3"/>
    <p:sldId id="260" r:id="rId4"/>
    <p:sldId id="262" r:id="rId5"/>
    <p:sldId id="261" r:id="rId6"/>
    <p:sldId id="263" r:id="rId7"/>
    <p:sldId id="269" r:id="rId8"/>
    <p:sldId id="270" r:id="rId9"/>
    <p:sldId id="264" r:id="rId10"/>
    <p:sldId id="265" r:id="rId11"/>
    <p:sldId id="266" r:id="rId12"/>
    <p:sldId id="267" r:id="rId13"/>
    <p:sldId id="268" r:id="rId14"/>
  </p:sldIdLst>
  <p:sldSz cx="10693400" cy="7562850"/>
  <p:notesSz cx="10693400" cy="756285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000000"/>
          </p15:clr>
        </p15:guide>
        <p15:guide id="2" pos="216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202B0CA-FC54-4496-8BCA-5EF66A818D29}" styleName="Estilo oscuro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75" d="100"/>
          <a:sy n="75" d="100"/>
        </p:scale>
        <p:origin x="870" y="54"/>
      </p:cViewPr>
      <p:guideLst>
        <p:guide orient="horz" pos="2880"/>
        <p:guide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1">
  <dgm:title val=""/>
  <dgm:desc val=""/>
  <dgm:catLst>
    <dgm:cat type="mainScheme" pri="10100"/>
  </dgm:catLst>
  <dgm:styleLbl name="node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3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4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dk1">
        <a:alpha val="4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1">
        <a:shade val="8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1">
        <a:tint val="50000"/>
        <a:alpha val="4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0_1">
  <dgm:title val=""/>
  <dgm:desc val=""/>
  <dgm:catLst>
    <dgm:cat type="mainScheme" pri="10100"/>
  </dgm:catLst>
  <dgm:styleLbl name="node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3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4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dk1">
        <a:alpha val="4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1">
        <a:shade val="8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1">
        <a:tint val="50000"/>
        <a:alpha val="4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EDF0F28-4A9D-465E-9450-C1FAE5405717}" type="doc">
      <dgm:prSet loTypeId="urn:microsoft.com/office/officeart/2008/layout/VerticalCurvedList" loCatId="list" qsTypeId="urn:microsoft.com/office/officeart/2005/8/quickstyle/simple1" qsCatId="simple" csTypeId="urn:microsoft.com/office/officeart/2005/8/colors/accent0_1" csCatId="mainScheme" phldr="1"/>
      <dgm:spPr/>
      <dgm:t>
        <a:bodyPr/>
        <a:lstStyle/>
        <a:p>
          <a:endParaRPr lang="es-PE"/>
        </a:p>
      </dgm:t>
    </dgm:pt>
    <dgm:pt modelId="{6672E0E5-5C08-45F2-866E-F7C5D4CA9B06}">
      <dgm:prSet phldrT="[Texto]" custT="1"/>
      <dgm:spPr/>
      <dgm:t>
        <a:bodyPr/>
        <a:lstStyle/>
        <a:p>
          <a:pPr>
            <a:buNone/>
          </a:pPr>
          <a:r>
            <a:rPr lang="es-MX" sz="1600" b="1" i="0" u="none" strike="noStrike" cap="none" dirty="0">
              <a:solidFill>
                <a:srgbClr val="000000"/>
              </a:solidFill>
              <a:latin typeface="Times New Roman" panose="02020603050405020304" pitchFamily="18" charset="0"/>
              <a:ea typeface="Arial"/>
              <a:cs typeface="Times New Roman" panose="02020603050405020304" pitchFamily="18" charset="0"/>
              <a:sym typeface="Arial"/>
            </a:rPr>
            <a:t>Lugar de </a:t>
          </a:r>
          <a:r>
            <a:rPr lang="es-MX" sz="1600" b="1" i="0" u="none" strike="noStrike" cap="none" dirty="0" err="1">
              <a:solidFill>
                <a:srgbClr val="000000"/>
              </a:solidFill>
              <a:latin typeface="Times New Roman" panose="02020603050405020304" pitchFamily="18" charset="0"/>
              <a:ea typeface="Arial"/>
              <a:cs typeface="Times New Roman" panose="02020603050405020304" pitchFamily="18" charset="0"/>
              <a:sym typeface="Arial"/>
            </a:rPr>
            <a:t>ejecución</a:t>
          </a:r>
          <a:r>
            <a:rPr lang="es-MX" sz="1600" b="1" i="0" u="none" strike="noStrike" cap="none" dirty="0">
              <a:solidFill>
                <a:srgbClr val="000000"/>
              </a:solidFill>
              <a:latin typeface="Times New Roman" panose="02020603050405020304" pitchFamily="18" charset="0"/>
              <a:ea typeface="Arial"/>
              <a:cs typeface="Times New Roman" panose="02020603050405020304" pitchFamily="18" charset="0"/>
              <a:sym typeface="Arial"/>
            </a:rPr>
            <a:t> o </a:t>
          </a:r>
          <a:r>
            <a:rPr lang="es-MX" sz="1600" b="1" i="0" u="none" strike="noStrike" cap="none" dirty="0" err="1">
              <a:solidFill>
                <a:srgbClr val="000000"/>
              </a:solidFill>
              <a:latin typeface="Times New Roman" panose="02020603050405020304" pitchFamily="18" charset="0"/>
              <a:ea typeface="Arial"/>
              <a:cs typeface="Times New Roman" panose="02020603050405020304" pitchFamily="18" charset="0"/>
              <a:sym typeface="Arial"/>
            </a:rPr>
            <a:t>ámbito</a:t>
          </a:r>
          <a:r>
            <a:rPr lang="es-MX" sz="1600" b="1" i="0" u="none" strike="noStrike" cap="none" dirty="0">
              <a:solidFill>
                <a:srgbClr val="000000"/>
              </a:solidFill>
              <a:latin typeface="Times New Roman" panose="02020603050405020304" pitchFamily="18" charset="0"/>
              <a:ea typeface="Arial"/>
              <a:cs typeface="Times New Roman" panose="02020603050405020304" pitchFamily="18" charset="0"/>
              <a:sym typeface="Arial"/>
            </a:rPr>
            <a:t>: </a:t>
          </a:r>
          <a:r>
            <a:rPr lang="es-MX" sz="1600" b="0" i="0" u="none" strike="noStrike" cap="none" dirty="0">
              <a:solidFill>
                <a:srgbClr val="000000"/>
              </a:solidFill>
              <a:latin typeface="Times New Roman" panose="02020603050405020304" pitchFamily="18" charset="0"/>
              <a:ea typeface="Arial"/>
              <a:cs typeface="Times New Roman" panose="02020603050405020304" pitchFamily="18" charset="0"/>
              <a:sym typeface="Arial"/>
            </a:rPr>
            <a:t>Actividades en campo y laboratorio.</a:t>
          </a:r>
          <a:endParaRPr lang="es-PE" sz="1600" b="1" i="0" u="none" strike="noStrike" cap="none" dirty="0">
            <a:solidFill>
              <a:srgbClr val="000000"/>
            </a:solidFill>
            <a:latin typeface="Times New Roman" panose="02020603050405020304" pitchFamily="18" charset="0"/>
            <a:ea typeface="Arial"/>
            <a:cs typeface="Times New Roman" panose="02020603050405020304" pitchFamily="18" charset="0"/>
            <a:sym typeface="Arial"/>
          </a:endParaRPr>
        </a:p>
      </dgm:t>
    </dgm:pt>
    <dgm:pt modelId="{7935035F-FB5D-44A6-A831-9A0D9C1BE0C0}" type="parTrans" cxnId="{F9A403DB-4DD7-4099-92F0-A594B101B1F7}">
      <dgm:prSet/>
      <dgm:spPr/>
      <dgm:t>
        <a:bodyPr/>
        <a:lstStyle/>
        <a:p>
          <a:endParaRPr lang="es-PE"/>
        </a:p>
      </dgm:t>
    </dgm:pt>
    <dgm:pt modelId="{90A7A62B-061D-4D62-8940-67DBF3ACBD18}" type="sibTrans" cxnId="{F9A403DB-4DD7-4099-92F0-A594B101B1F7}">
      <dgm:prSet/>
      <dgm:spPr/>
      <dgm:t>
        <a:bodyPr/>
        <a:lstStyle/>
        <a:p>
          <a:endParaRPr lang="es-PE"/>
        </a:p>
      </dgm:t>
    </dgm:pt>
    <dgm:pt modelId="{CC790B75-6727-46FE-9245-F6893FC1062F}">
      <dgm:prSet phldrT="[Texto]" custT="1"/>
      <dgm:spPr/>
      <dgm:t>
        <a:bodyPr/>
        <a:lstStyle/>
        <a:p>
          <a:pPr>
            <a:buNone/>
          </a:pPr>
          <a:r>
            <a:rPr lang="es-MX" sz="1600" b="1" i="0" u="none" strike="noStrike" kern="1200" cap="none" dirty="0">
              <a:solidFill>
                <a:srgbClr val="000000"/>
              </a:solidFill>
              <a:latin typeface="Times New Roman" panose="02020603050405020304" pitchFamily="18" charset="0"/>
              <a:ea typeface="Arial"/>
              <a:cs typeface="Times New Roman" panose="02020603050405020304" pitchFamily="18" charset="0"/>
            </a:rPr>
            <a:t>Nivel y tipo de investigación: </a:t>
          </a:r>
          <a:r>
            <a:rPr lang="es-MX" sz="1600" b="0" i="0" u="none" strike="noStrike" kern="1200" cap="none" dirty="0">
              <a:solidFill>
                <a:srgbClr val="000000"/>
              </a:solidFill>
              <a:latin typeface="Times New Roman" panose="02020603050405020304" pitchFamily="18" charset="0"/>
              <a:ea typeface="Arial"/>
              <a:cs typeface="Times New Roman" panose="02020603050405020304" pitchFamily="18" charset="0"/>
            </a:rPr>
            <a:t>Nivel descriptivo y tipo básica.</a:t>
          </a:r>
          <a:endParaRPr lang="es-PE" sz="1600" b="1" i="0" u="none" strike="noStrike" kern="1200" cap="none" dirty="0">
            <a:solidFill>
              <a:srgbClr val="000000"/>
            </a:solidFill>
            <a:latin typeface="Times New Roman" panose="02020603050405020304" pitchFamily="18" charset="0"/>
            <a:ea typeface="Arial"/>
            <a:cs typeface="Times New Roman" panose="02020603050405020304" pitchFamily="18" charset="0"/>
          </a:endParaRPr>
        </a:p>
      </dgm:t>
    </dgm:pt>
    <dgm:pt modelId="{847167C1-4781-4705-BC69-E0206D9F6897}" type="parTrans" cxnId="{F7C013AC-6CB1-4FE0-B1B7-CC9FBF453B0B}">
      <dgm:prSet/>
      <dgm:spPr/>
      <dgm:t>
        <a:bodyPr/>
        <a:lstStyle/>
        <a:p>
          <a:endParaRPr lang="es-PE"/>
        </a:p>
      </dgm:t>
    </dgm:pt>
    <dgm:pt modelId="{34C2EC67-B922-4068-B485-B6811D405E6D}" type="sibTrans" cxnId="{F7C013AC-6CB1-4FE0-B1B7-CC9FBF453B0B}">
      <dgm:prSet/>
      <dgm:spPr/>
      <dgm:t>
        <a:bodyPr/>
        <a:lstStyle/>
        <a:p>
          <a:endParaRPr lang="es-PE"/>
        </a:p>
      </dgm:t>
    </dgm:pt>
    <dgm:pt modelId="{445DAB4A-A412-44E3-8458-969EFBE1A7FE}">
      <dgm:prSet phldrT="[Texto]" custT="1"/>
      <dgm:spPr/>
      <dgm:t>
        <a:bodyPr/>
        <a:lstStyle/>
        <a:p>
          <a:pPr>
            <a:buNone/>
          </a:pPr>
          <a:r>
            <a:rPr lang="es-PE" sz="1600" b="1" i="0" u="none" strike="noStrike" kern="1200" cap="none" dirty="0">
              <a:solidFill>
                <a:srgbClr val="000000"/>
              </a:solidFill>
              <a:latin typeface="Times New Roman" panose="02020603050405020304" pitchFamily="18" charset="0"/>
              <a:ea typeface="Arial"/>
              <a:cs typeface="Times New Roman" panose="02020603050405020304" pitchFamily="18" charset="0"/>
            </a:rPr>
            <a:t>Población, muestra y muestreo: (</a:t>
          </a:r>
          <a:r>
            <a:rPr lang="es-PE" sz="1600" b="0" i="0" u="none" strike="noStrike" kern="1200" cap="none" dirty="0">
              <a:solidFill>
                <a:srgbClr val="000000"/>
              </a:solidFill>
              <a:latin typeface="Times New Roman" panose="02020603050405020304" pitchFamily="18" charset="0"/>
              <a:ea typeface="Arial"/>
              <a:cs typeface="Times New Roman" panose="02020603050405020304" pitchFamily="18" charset="0"/>
            </a:rPr>
            <a:t>Conjunto de parcelas, Adultos </a:t>
          </a:r>
          <a:r>
            <a:rPr lang="es-PE" sz="1600" b="0" i="0" u="none" strike="noStrike" kern="1200" cap="none" dirty="0" err="1">
              <a:solidFill>
                <a:srgbClr val="000000"/>
              </a:solidFill>
              <a:latin typeface="Times New Roman" panose="02020603050405020304" pitchFamily="18" charset="0"/>
              <a:ea typeface="Arial"/>
              <a:cs typeface="Times New Roman" panose="02020603050405020304" pitchFamily="18" charset="0"/>
            </a:rPr>
            <a:t>micosados</a:t>
          </a:r>
          <a:r>
            <a:rPr lang="es-PE" sz="1600" b="0" i="0" u="none" strike="noStrike" kern="1200" cap="none" dirty="0">
              <a:solidFill>
                <a:srgbClr val="000000"/>
              </a:solidFill>
              <a:latin typeface="Times New Roman" panose="02020603050405020304" pitchFamily="18" charset="0"/>
              <a:ea typeface="Arial"/>
              <a:cs typeface="Times New Roman" panose="02020603050405020304" pitchFamily="18" charset="0"/>
            </a:rPr>
            <a:t>, dirigido).</a:t>
          </a:r>
          <a:endParaRPr lang="es-PE" sz="1600" b="1" i="0" u="none" strike="noStrike" kern="1200" cap="none" dirty="0">
            <a:solidFill>
              <a:srgbClr val="000000"/>
            </a:solidFill>
            <a:latin typeface="Times New Roman" panose="02020603050405020304" pitchFamily="18" charset="0"/>
            <a:ea typeface="Arial"/>
            <a:cs typeface="Times New Roman" panose="02020603050405020304" pitchFamily="18" charset="0"/>
          </a:endParaRPr>
        </a:p>
      </dgm:t>
    </dgm:pt>
    <dgm:pt modelId="{F84C5296-18CA-4C4D-8662-DC32F9D5567E}" type="parTrans" cxnId="{F36A9C7F-3BD5-4DF6-AFC7-72FF471CAB25}">
      <dgm:prSet/>
      <dgm:spPr/>
      <dgm:t>
        <a:bodyPr/>
        <a:lstStyle/>
        <a:p>
          <a:endParaRPr lang="es-PE"/>
        </a:p>
      </dgm:t>
    </dgm:pt>
    <dgm:pt modelId="{69606DF1-8C88-4AB6-AD31-C35E15FA4834}" type="sibTrans" cxnId="{F36A9C7F-3BD5-4DF6-AFC7-72FF471CAB25}">
      <dgm:prSet/>
      <dgm:spPr/>
      <dgm:t>
        <a:bodyPr/>
        <a:lstStyle/>
        <a:p>
          <a:endParaRPr lang="es-PE"/>
        </a:p>
      </dgm:t>
    </dgm:pt>
    <dgm:pt modelId="{FF947F16-7132-4A8F-816E-6243A2A3D4EE}" type="pres">
      <dgm:prSet presAssocID="{8EDF0F28-4A9D-465E-9450-C1FAE5405717}" presName="Name0" presStyleCnt="0">
        <dgm:presLayoutVars>
          <dgm:chMax val="7"/>
          <dgm:chPref val="7"/>
          <dgm:dir/>
        </dgm:presLayoutVars>
      </dgm:prSet>
      <dgm:spPr/>
    </dgm:pt>
    <dgm:pt modelId="{521F80EE-2BC4-4661-9166-75CE44E15F9E}" type="pres">
      <dgm:prSet presAssocID="{8EDF0F28-4A9D-465E-9450-C1FAE5405717}" presName="Name1" presStyleCnt="0"/>
      <dgm:spPr/>
    </dgm:pt>
    <dgm:pt modelId="{13A3CD7B-3B5E-44B4-8642-9C0F8AA284B6}" type="pres">
      <dgm:prSet presAssocID="{8EDF0F28-4A9D-465E-9450-C1FAE5405717}" presName="cycle" presStyleCnt="0"/>
      <dgm:spPr/>
    </dgm:pt>
    <dgm:pt modelId="{AD2C4B3A-5DDC-4D70-A3CB-3E8DFA8299C3}" type="pres">
      <dgm:prSet presAssocID="{8EDF0F28-4A9D-465E-9450-C1FAE5405717}" presName="srcNode" presStyleLbl="node1" presStyleIdx="0" presStyleCnt="3"/>
      <dgm:spPr/>
    </dgm:pt>
    <dgm:pt modelId="{17A03520-7141-4221-AE31-01857E1548AD}" type="pres">
      <dgm:prSet presAssocID="{8EDF0F28-4A9D-465E-9450-C1FAE5405717}" presName="conn" presStyleLbl="parChTrans1D2" presStyleIdx="0" presStyleCnt="1"/>
      <dgm:spPr/>
    </dgm:pt>
    <dgm:pt modelId="{08166BB1-89D1-4DA8-8955-E1D8AA94206C}" type="pres">
      <dgm:prSet presAssocID="{8EDF0F28-4A9D-465E-9450-C1FAE5405717}" presName="extraNode" presStyleLbl="node1" presStyleIdx="0" presStyleCnt="3"/>
      <dgm:spPr/>
    </dgm:pt>
    <dgm:pt modelId="{46BB1E74-7818-4146-84F9-85FA3318D7A3}" type="pres">
      <dgm:prSet presAssocID="{8EDF0F28-4A9D-465E-9450-C1FAE5405717}" presName="dstNode" presStyleLbl="node1" presStyleIdx="0" presStyleCnt="3"/>
      <dgm:spPr/>
    </dgm:pt>
    <dgm:pt modelId="{F3A6120C-8721-4FDF-8998-B1E4C5826708}" type="pres">
      <dgm:prSet presAssocID="{6672E0E5-5C08-45F2-866E-F7C5D4CA9B06}" presName="text_1" presStyleLbl="node1" presStyleIdx="0" presStyleCnt="3">
        <dgm:presLayoutVars>
          <dgm:bulletEnabled val="1"/>
        </dgm:presLayoutVars>
      </dgm:prSet>
      <dgm:spPr/>
    </dgm:pt>
    <dgm:pt modelId="{5F596B90-5899-430C-9DB4-460993C5F41B}" type="pres">
      <dgm:prSet presAssocID="{6672E0E5-5C08-45F2-866E-F7C5D4CA9B06}" presName="accent_1" presStyleCnt="0"/>
      <dgm:spPr/>
    </dgm:pt>
    <dgm:pt modelId="{B5FEF8E6-BB61-44FD-8795-1C3059990B1B}" type="pres">
      <dgm:prSet presAssocID="{6672E0E5-5C08-45F2-866E-F7C5D4CA9B06}" presName="accentRepeatNode" presStyleLbl="solidFgAcc1" presStyleIdx="0" presStyleCnt="3"/>
      <dgm:spPr/>
    </dgm:pt>
    <dgm:pt modelId="{7DB20096-DC33-4747-9AF1-17EC385958C7}" type="pres">
      <dgm:prSet presAssocID="{CC790B75-6727-46FE-9245-F6893FC1062F}" presName="text_2" presStyleLbl="node1" presStyleIdx="1" presStyleCnt="3">
        <dgm:presLayoutVars>
          <dgm:bulletEnabled val="1"/>
        </dgm:presLayoutVars>
      </dgm:prSet>
      <dgm:spPr/>
    </dgm:pt>
    <dgm:pt modelId="{ED4A10BC-D802-473C-9847-E453E36CC2CA}" type="pres">
      <dgm:prSet presAssocID="{CC790B75-6727-46FE-9245-F6893FC1062F}" presName="accent_2" presStyleCnt="0"/>
      <dgm:spPr/>
    </dgm:pt>
    <dgm:pt modelId="{41325D7C-5005-49C9-AE2B-1E6C9C1335CB}" type="pres">
      <dgm:prSet presAssocID="{CC790B75-6727-46FE-9245-F6893FC1062F}" presName="accentRepeatNode" presStyleLbl="solidFgAcc1" presStyleIdx="1" presStyleCnt="3"/>
      <dgm:spPr/>
    </dgm:pt>
    <dgm:pt modelId="{54308633-C204-4F7B-BA8A-F2D1E17A3F0D}" type="pres">
      <dgm:prSet presAssocID="{445DAB4A-A412-44E3-8458-969EFBE1A7FE}" presName="text_3" presStyleLbl="node1" presStyleIdx="2" presStyleCnt="3">
        <dgm:presLayoutVars>
          <dgm:bulletEnabled val="1"/>
        </dgm:presLayoutVars>
      </dgm:prSet>
      <dgm:spPr/>
    </dgm:pt>
    <dgm:pt modelId="{13C68C97-77E9-4486-9B2C-5D15508DAF35}" type="pres">
      <dgm:prSet presAssocID="{445DAB4A-A412-44E3-8458-969EFBE1A7FE}" presName="accent_3" presStyleCnt="0"/>
      <dgm:spPr/>
    </dgm:pt>
    <dgm:pt modelId="{5301F2C5-819C-421B-B46D-01537FF1D86A}" type="pres">
      <dgm:prSet presAssocID="{445DAB4A-A412-44E3-8458-969EFBE1A7FE}" presName="accentRepeatNode" presStyleLbl="solidFgAcc1" presStyleIdx="2" presStyleCnt="3"/>
      <dgm:spPr/>
    </dgm:pt>
  </dgm:ptLst>
  <dgm:cxnLst>
    <dgm:cxn modelId="{6C06EF21-9898-48FB-B357-E0E56B48952C}" type="presOf" srcId="{6672E0E5-5C08-45F2-866E-F7C5D4CA9B06}" destId="{F3A6120C-8721-4FDF-8998-B1E4C5826708}" srcOrd="0" destOrd="0" presId="urn:microsoft.com/office/officeart/2008/layout/VerticalCurvedList"/>
    <dgm:cxn modelId="{D6347827-9417-4A07-AE24-0C867CB57299}" type="presOf" srcId="{445DAB4A-A412-44E3-8458-969EFBE1A7FE}" destId="{54308633-C204-4F7B-BA8A-F2D1E17A3F0D}" srcOrd="0" destOrd="0" presId="urn:microsoft.com/office/officeart/2008/layout/VerticalCurvedList"/>
    <dgm:cxn modelId="{F36A9C7F-3BD5-4DF6-AFC7-72FF471CAB25}" srcId="{8EDF0F28-4A9D-465E-9450-C1FAE5405717}" destId="{445DAB4A-A412-44E3-8458-969EFBE1A7FE}" srcOrd="2" destOrd="0" parTransId="{F84C5296-18CA-4C4D-8662-DC32F9D5567E}" sibTransId="{69606DF1-8C88-4AB6-AD31-C35E15FA4834}"/>
    <dgm:cxn modelId="{48102081-7A54-4660-8D00-46A7C1C86498}" type="presOf" srcId="{90A7A62B-061D-4D62-8940-67DBF3ACBD18}" destId="{17A03520-7141-4221-AE31-01857E1548AD}" srcOrd="0" destOrd="0" presId="urn:microsoft.com/office/officeart/2008/layout/VerticalCurvedList"/>
    <dgm:cxn modelId="{F7C013AC-6CB1-4FE0-B1B7-CC9FBF453B0B}" srcId="{8EDF0F28-4A9D-465E-9450-C1FAE5405717}" destId="{CC790B75-6727-46FE-9245-F6893FC1062F}" srcOrd="1" destOrd="0" parTransId="{847167C1-4781-4705-BC69-E0206D9F6897}" sibTransId="{34C2EC67-B922-4068-B485-B6811D405E6D}"/>
    <dgm:cxn modelId="{598319C2-3EE1-438D-A9C9-E4E965DAE2E0}" type="presOf" srcId="{CC790B75-6727-46FE-9245-F6893FC1062F}" destId="{7DB20096-DC33-4747-9AF1-17EC385958C7}" srcOrd="0" destOrd="0" presId="urn:microsoft.com/office/officeart/2008/layout/VerticalCurvedList"/>
    <dgm:cxn modelId="{C1E706C7-E6A5-4FBB-A0DA-F95EE349D6A3}" type="presOf" srcId="{8EDF0F28-4A9D-465E-9450-C1FAE5405717}" destId="{FF947F16-7132-4A8F-816E-6243A2A3D4EE}" srcOrd="0" destOrd="0" presId="urn:microsoft.com/office/officeart/2008/layout/VerticalCurvedList"/>
    <dgm:cxn modelId="{F9A403DB-4DD7-4099-92F0-A594B101B1F7}" srcId="{8EDF0F28-4A9D-465E-9450-C1FAE5405717}" destId="{6672E0E5-5C08-45F2-866E-F7C5D4CA9B06}" srcOrd="0" destOrd="0" parTransId="{7935035F-FB5D-44A6-A831-9A0D9C1BE0C0}" sibTransId="{90A7A62B-061D-4D62-8940-67DBF3ACBD18}"/>
    <dgm:cxn modelId="{D06C3F88-F1E5-487A-96B0-1B725A7FC227}" type="presParOf" srcId="{FF947F16-7132-4A8F-816E-6243A2A3D4EE}" destId="{521F80EE-2BC4-4661-9166-75CE44E15F9E}" srcOrd="0" destOrd="0" presId="urn:microsoft.com/office/officeart/2008/layout/VerticalCurvedList"/>
    <dgm:cxn modelId="{3DE96828-54BE-4E26-B96F-660C8DC4FC0F}" type="presParOf" srcId="{521F80EE-2BC4-4661-9166-75CE44E15F9E}" destId="{13A3CD7B-3B5E-44B4-8642-9C0F8AA284B6}" srcOrd="0" destOrd="0" presId="urn:microsoft.com/office/officeart/2008/layout/VerticalCurvedList"/>
    <dgm:cxn modelId="{F22D32C4-BDF8-4620-9024-14ABC9358313}" type="presParOf" srcId="{13A3CD7B-3B5E-44B4-8642-9C0F8AA284B6}" destId="{AD2C4B3A-5DDC-4D70-A3CB-3E8DFA8299C3}" srcOrd="0" destOrd="0" presId="urn:microsoft.com/office/officeart/2008/layout/VerticalCurvedList"/>
    <dgm:cxn modelId="{1F0F9320-6DC0-450E-B350-A6FD5852AD96}" type="presParOf" srcId="{13A3CD7B-3B5E-44B4-8642-9C0F8AA284B6}" destId="{17A03520-7141-4221-AE31-01857E1548AD}" srcOrd="1" destOrd="0" presId="urn:microsoft.com/office/officeart/2008/layout/VerticalCurvedList"/>
    <dgm:cxn modelId="{54239CAC-8A3A-493E-8FF7-1B869427F856}" type="presParOf" srcId="{13A3CD7B-3B5E-44B4-8642-9C0F8AA284B6}" destId="{08166BB1-89D1-4DA8-8955-E1D8AA94206C}" srcOrd="2" destOrd="0" presId="urn:microsoft.com/office/officeart/2008/layout/VerticalCurvedList"/>
    <dgm:cxn modelId="{999EA6C0-5E15-4049-9EBB-7E186C927767}" type="presParOf" srcId="{13A3CD7B-3B5E-44B4-8642-9C0F8AA284B6}" destId="{46BB1E74-7818-4146-84F9-85FA3318D7A3}" srcOrd="3" destOrd="0" presId="urn:microsoft.com/office/officeart/2008/layout/VerticalCurvedList"/>
    <dgm:cxn modelId="{DA5E9441-EE32-4908-81A9-B5E70B9E9904}" type="presParOf" srcId="{521F80EE-2BC4-4661-9166-75CE44E15F9E}" destId="{F3A6120C-8721-4FDF-8998-B1E4C5826708}" srcOrd="1" destOrd="0" presId="urn:microsoft.com/office/officeart/2008/layout/VerticalCurvedList"/>
    <dgm:cxn modelId="{A8E4CC65-00A4-4F8D-9119-F321F7063CB8}" type="presParOf" srcId="{521F80EE-2BC4-4661-9166-75CE44E15F9E}" destId="{5F596B90-5899-430C-9DB4-460993C5F41B}" srcOrd="2" destOrd="0" presId="urn:microsoft.com/office/officeart/2008/layout/VerticalCurvedList"/>
    <dgm:cxn modelId="{9CD7FC18-8A33-4489-A9D3-97C6BBF0174B}" type="presParOf" srcId="{5F596B90-5899-430C-9DB4-460993C5F41B}" destId="{B5FEF8E6-BB61-44FD-8795-1C3059990B1B}" srcOrd="0" destOrd="0" presId="urn:microsoft.com/office/officeart/2008/layout/VerticalCurvedList"/>
    <dgm:cxn modelId="{B31BDAB4-4F23-49C2-A3FA-8B5D308BABFF}" type="presParOf" srcId="{521F80EE-2BC4-4661-9166-75CE44E15F9E}" destId="{7DB20096-DC33-4747-9AF1-17EC385958C7}" srcOrd="3" destOrd="0" presId="urn:microsoft.com/office/officeart/2008/layout/VerticalCurvedList"/>
    <dgm:cxn modelId="{3C39B0C1-E543-414E-886E-E66A20716021}" type="presParOf" srcId="{521F80EE-2BC4-4661-9166-75CE44E15F9E}" destId="{ED4A10BC-D802-473C-9847-E453E36CC2CA}" srcOrd="4" destOrd="0" presId="urn:microsoft.com/office/officeart/2008/layout/VerticalCurvedList"/>
    <dgm:cxn modelId="{473B2282-DD39-4706-B6A8-012F312FDD1B}" type="presParOf" srcId="{ED4A10BC-D802-473C-9847-E453E36CC2CA}" destId="{41325D7C-5005-49C9-AE2B-1E6C9C1335CB}" srcOrd="0" destOrd="0" presId="urn:microsoft.com/office/officeart/2008/layout/VerticalCurvedList"/>
    <dgm:cxn modelId="{F8814762-2A35-4FB1-B353-E6CD448C4002}" type="presParOf" srcId="{521F80EE-2BC4-4661-9166-75CE44E15F9E}" destId="{54308633-C204-4F7B-BA8A-F2D1E17A3F0D}" srcOrd="5" destOrd="0" presId="urn:microsoft.com/office/officeart/2008/layout/VerticalCurvedList"/>
    <dgm:cxn modelId="{8451EFBF-81B0-4EED-9244-F29B2E1BDD05}" type="presParOf" srcId="{521F80EE-2BC4-4661-9166-75CE44E15F9E}" destId="{13C68C97-77E9-4486-9B2C-5D15508DAF35}" srcOrd="6" destOrd="0" presId="urn:microsoft.com/office/officeart/2008/layout/VerticalCurvedList"/>
    <dgm:cxn modelId="{9B36EA4A-C835-49F6-B0DB-424D51FF7E86}" type="presParOf" srcId="{13C68C97-77E9-4486-9B2C-5D15508DAF35}" destId="{5301F2C5-819C-421B-B46D-01537FF1D86A}" srcOrd="0" destOrd="0" presId="urn:microsoft.com/office/officeart/2008/layout/VerticalCurv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3560E015-133C-4308-988E-E398C29B6FEA}" type="doc">
      <dgm:prSet loTypeId="urn:microsoft.com/office/officeart/2005/8/layout/default" loCatId="list" qsTypeId="urn:microsoft.com/office/officeart/2005/8/quickstyle/simple1" qsCatId="simple" csTypeId="urn:microsoft.com/office/officeart/2005/8/colors/accent0_1" csCatId="mainScheme" phldr="1"/>
      <dgm:spPr/>
      <dgm:t>
        <a:bodyPr/>
        <a:lstStyle/>
        <a:p>
          <a:endParaRPr lang="es-PE"/>
        </a:p>
      </dgm:t>
    </dgm:pt>
    <dgm:pt modelId="{231B2D0A-2B22-4CBB-B0BE-5BFD4083F15F}">
      <dgm:prSet phldrT="[Texto]" custT="1"/>
      <dgm:spPr>
        <a:solidFill>
          <a:schemeClr val="tx2"/>
        </a:solidFill>
      </dgm:spPr>
      <dgm:t>
        <a:bodyPr/>
        <a:lstStyle/>
        <a:p>
          <a:r>
            <a:rPr lang="es-PE" sz="2000" b="1" dirty="0">
              <a:latin typeface="Times New Roman" panose="02020603050405020304" pitchFamily="18" charset="0"/>
              <a:cs typeface="Times New Roman" panose="02020603050405020304" pitchFamily="18" charset="0"/>
            </a:rPr>
            <a:t>Independientes</a:t>
          </a:r>
        </a:p>
      </dgm:t>
    </dgm:pt>
    <dgm:pt modelId="{77B72CA9-8730-4382-BFBB-E231FCD796F7}" type="parTrans" cxnId="{D826E721-45CD-4469-9771-6466548A954C}">
      <dgm:prSet/>
      <dgm:spPr/>
      <dgm:t>
        <a:bodyPr/>
        <a:lstStyle/>
        <a:p>
          <a:endParaRPr lang="es-PE"/>
        </a:p>
      </dgm:t>
    </dgm:pt>
    <dgm:pt modelId="{F1F8E271-870D-4199-8678-BA823E59EC65}" type="sibTrans" cxnId="{D826E721-45CD-4469-9771-6466548A954C}">
      <dgm:prSet/>
      <dgm:spPr/>
      <dgm:t>
        <a:bodyPr/>
        <a:lstStyle/>
        <a:p>
          <a:endParaRPr lang="es-PE"/>
        </a:p>
      </dgm:t>
    </dgm:pt>
    <dgm:pt modelId="{1252DF7B-70F5-49F3-BB8A-6246956B3B82}">
      <dgm:prSet phldrT="[Texto]" custT="1"/>
      <dgm:spPr/>
      <dgm:t>
        <a:bodyPr/>
        <a:lstStyle/>
        <a:p>
          <a:pPr algn="l"/>
          <a:r>
            <a:rPr lang="pt-BR" sz="2200" b="0" i="0" u="none" dirty="0"/>
            <a:t>-</a:t>
          </a:r>
          <a:r>
            <a:rPr lang="pt-BR" sz="2000" b="0" i="0" u="none" dirty="0" err="1">
              <a:latin typeface="Times New Roman" panose="02020603050405020304" pitchFamily="18" charset="0"/>
              <a:cs typeface="Times New Roman" panose="02020603050405020304" pitchFamily="18" charset="0"/>
            </a:rPr>
            <a:t>Aislados</a:t>
          </a:r>
          <a:r>
            <a:rPr lang="pt-BR" sz="2000" b="0" i="0" u="none" dirty="0">
              <a:latin typeface="Times New Roman" panose="02020603050405020304" pitchFamily="18" charset="0"/>
              <a:cs typeface="Times New Roman" panose="02020603050405020304" pitchFamily="18" charset="0"/>
            </a:rPr>
            <a:t> nativos de </a:t>
          </a:r>
          <a:r>
            <a:rPr lang="pt-BR" sz="2000" b="0" i="1" u="none" dirty="0" err="1">
              <a:latin typeface="Times New Roman" panose="02020603050405020304" pitchFamily="18" charset="0"/>
              <a:cs typeface="Times New Roman" panose="02020603050405020304" pitchFamily="18" charset="0"/>
            </a:rPr>
            <a:t>Metarizhium</a:t>
          </a:r>
          <a:r>
            <a:rPr lang="pt-BR" sz="2000" b="0" i="1" u="none" dirty="0">
              <a:latin typeface="Times New Roman" panose="02020603050405020304" pitchFamily="18" charset="0"/>
              <a:cs typeface="Times New Roman" panose="02020603050405020304" pitchFamily="18" charset="0"/>
            </a:rPr>
            <a:t> </a:t>
          </a:r>
          <a:r>
            <a:rPr lang="pt-BR" sz="2000" b="0" i="0" u="none" dirty="0">
              <a:latin typeface="Times New Roman" panose="02020603050405020304" pitchFamily="18" charset="0"/>
              <a:cs typeface="Times New Roman" panose="02020603050405020304" pitchFamily="18" charset="0"/>
            </a:rPr>
            <a:t>spp.</a:t>
          </a:r>
        </a:p>
        <a:p>
          <a:pPr algn="l"/>
          <a:r>
            <a:rPr lang="es-PE" sz="2000" b="0" i="0" u="none" dirty="0">
              <a:latin typeface="Times New Roman" panose="02020603050405020304" pitchFamily="18" charset="0"/>
              <a:cs typeface="Times New Roman" panose="02020603050405020304" pitchFamily="18" charset="0"/>
            </a:rPr>
            <a:t>-Temperatura (°C)</a:t>
          </a:r>
          <a:endParaRPr lang="es-PE" sz="2000" b="0" dirty="0">
            <a:latin typeface="Times New Roman" panose="02020603050405020304" pitchFamily="18" charset="0"/>
            <a:cs typeface="Times New Roman" panose="02020603050405020304" pitchFamily="18" charset="0"/>
          </a:endParaRPr>
        </a:p>
        <a:p>
          <a:pPr algn="ctr"/>
          <a:endParaRPr lang="es-PE" sz="2200" dirty="0"/>
        </a:p>
      </dgm:t>
    </dgm:pt>
    <dgm:pt modelId="{4C5B822E-0A8B-4D74-ACCE-4D2C6E7DB7FF}" type="parTrans" cxnId="{11F9C6C8-7940-427C-AD17-98CBCBC49672}">
      <dgm:prSet/>
      <dgm:spPr/>
      <dgm:t>
        <a:bodyPr/>
        <a:lstStyle/>
        <a:p>
          <a:endParaRPr lang="es-PE"/>
        </a:p>
      </dgm:t>
    </dgm:pt>
    <dgm:pt modelId="{43E05002-D61D-4187-A856-778C3B9AD092}" type="sibTrans" cxnId="{11F9C6C8-7940-427C-AD17-98CBCBC49672}">
      <dgm:prSet/>
      <dgm:spPr/>
      <dgm:t>
        <a:bodyPr/>
        <a:lstStyle/>
        <a:p>
          <a:endParaRPr lang="es-PE"/>
        </a:p>
      </dgm:t>
    </dgm:pt>
    <dgm:pt modelId="{ED46CFEA-8472-4E14-A747-A98D05A9C70E}">
      <dgm:prSet phldrT="[Texto]" custT="1"/>
      <dgm:spPr>
        <a:solidFill>
          <a:srgbClr val="EEECE1"/>
        </a:solidFill>
        <a:ln w="25400" cap="flat" cmpd="sng" algn="ctr">
          <a:solidFill>
            <a:srgbClr val="000000">
              <a:shade val="80000"/>
              <a:hueOff val="0"/>
              <a:satOff val="0"/>
              <a:lumOff val="0"/>
              <a:alphaOff val="0"/>
            </a:srgbClr>
          </a:solidFill>
          <a:prstDash val="solid"/>
        </a:ln>
        <a:effectLst/>
      </dgm:spPr>
      <dgm:t>
        <a:bodyPr spcFirstLastPara="0" vert="horz" wrap="square" lIns="76200" tIns="76200" rIns="76200" bIns="76200" numCol="1" spcCol="1270" anchor="ctr" anchorCtr="0"/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PE" sz="2000" b="1" kern="1200" dirty="0">
              <a:solidFill>
                <a:srgbClr val="000000">
                  <a:hueOff val="0"/>
                  <a:satOff val="0"/>
                  <a:lumOff val="0"/>
                  <a:alphaOff val="0"/>
                </a:srgbClr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rPr>
            <a:t>Dependientes</a:t>
          </a:r>
        </a:p>
      </dgm:t>
    </dgm:pt>
    <dgm:pt modelId="{D67E3048-EF93-4EE4-9541-EACA2F26DADB}" type="parTrans" cxnId="{804DC3F5-16A2-4B26-BA63-C8B0A44563F3}">
      <dgm:prSet/>
      <dgm:spPr/>
      <dgm:t>
        <a:bodyPr/>
        <a:lstStyle/>
        <a:p>
          <a:endParaRPr lang="es-PE"/>
        </a:p>
      </dgm:t>
    </dgm:pt>
    <dgm:pt modelId="{40FC96FF-A2AD-46D4-8784-28FAF9E10E7F}" type="sibTrans" cxnId="{804DC3F5-16A2-4B26-BA63-C8B0A44563F3}">
      <dgm:prSet/>
      <dgm:spPr/>
      <dgm:t>
        <a:bodyPr/>
        <a:lstStyle/>
        <a:p>
          <a:endParaRPr lang="es-PE"/>
        </a:p>
      </dgm:t>
    </dgm:pt>
    <dgm:pt modelId="{5509761F-74E8-4E21-916D-C2D44AD13924}">
      <dgm:prSet phldrT="[Texto]" custT="1"/>
      <dgm:spPr/>
      <dgm:t>
        <a:bodyPr/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PE" sz="2000" b="0" i="0" u="none" kern="1200" dirty="0">
              <a:solidFill>
                <a:srgbClr val="000000">
                  <a:hueOff val="0"/>
                  <a:satOff val="0"/>
                  <a:lumOff val="0"/>
                  <a:alphaOff val="0"/>
                </a:srgbClr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rPr>
            <a:t>Crecimiento micelial (CM)</a:t>
          </a:r>
        </a:p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PE" sz="2000" b="0" i="0" u="none" kern="1200" dirty="0">
              <a:solidFill>
                <a:srgbClr val="000000">
                  <a:hueOff val="0"/>
                  <a:satOff val="0"/>
                  <a:lumOff val="0"/>
                  <a:alphaOff val="0"/>
                </a:srgbClr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rPr>
            <a:t>Producción de </a:t>
          </a:r>
          <a:r>
            <a:rPr lang="es-PE" sz="2000" b="0" i="0" u="none" kern="1200" dirty="0" err="1">
              <a:solidFill>
                <a:srgbClr val="000000">
                  <a:hueOff val="0"/>
                  <a:satOff val="0"/>
                  <a:lumOff val="0"/>
                  <a:alphaOff val="0"/>
                </a:srgbClr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rPr>
            <a:t>conidias</a:t>
          </a:r>
          <a:r>
            <a:rPr lang="es-PE" sz="2000" b="0" i="0" u="none" kern="1200" dirty="0">
              <a:solidFill>
                <a:srgbClr val="000000">
                  <a:hueOff val="0"/>
                  <a:satOff val="0"/>
                  <a:lumOff val="0"/>
                  <a:alphaOff val="0"/>
                </a:srgbClr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rPr>
            <a:t> (</a:t>
          </a:r>
          <a:r>
            <a:rPr lang="es-PE" sz="2000" b="0" i="0" u="none" kern="1200" dirty="0" err="1">
              <a:solidFill>
                <a:srgbClr val="000000">
                  <a:hueOff val="0"/>
                  <a:satOff val="0"/>
                  <a:lumOff val="0"/>
                  <a:alphaOff val="0"/>
                </a:srgbClr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rPr>
            <a:t>PdC</a:t>
          </a:r>
          <a:r>
            <a:rPr lang="es-PE" sz="2000" b="0" i="0" u="none" kern="1200" dirty="0">
              <a:solidFill>
                <a:srgbClr val="000000">
                  <a:hueOff val="0"/>
                  <a:satOff val="0"/>
                  <a:lumOff val="0"/>
                  <a:alphaOff val="0"/>
                </a:srgbClr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rPr>
            <a:t>)</a:t>
          </a:r>
        </a:p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PE" sz="2000" b="0" i="0" u="none" kern="1200" dirty="0">
              <a:solidFill>
                <a:srgbClr val="000000">
                  <a:hueOff val="0"/>
                  <a:satOff val="0"/>
                  <a:lumOff val="0"/>
                  <a:alphaOff val="0"/>
                </a:srgbClr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rPr>
            <a:t>Germinación de </a:t>
          </a:r>
          <a:r>
            <a:rPr lang="es-PE" sz="2000" b="0" i="0" u="none" kern="1200" dirty="0" err="1">
              <a:solidFill>
                <a:srgbClr val="000000">
                  <a:hueOff val="0"/>
                  <a:satOff val="0"/>
                  <a:lumOff val="0"/>
                  <a:alphaOff val="0"/>
                </a:srgbClr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rPr>
            <a:t>conidias</a:t>
          </a:r>
          <a:r>
            <a:rPr lang="es-PE" sz="2000" b="0" i="0" u="none" kern="1200" dirty="0">
              <a:solidFill>
                <a:srgbClr val="000000">
                  <a:hueOff val="0"/>
                  <a:satOff val="0"/>
                  <a:lumOff val="0"/>
                  <a:alphaOff val="0"/>
                </a:srgbClr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rPr>
            <a:t> (</a:t>
          </a:r>
          <a:r>
            <a:rPr lang="es-PE" sz="2000" b="0" i="0" u="none" kern="1200" dirty="0" err="1">
              <a:solidFill>
                <a:srgbClr val="000000">
                  <a:hueOff val="0"/>
                  <a:satOff val="0"/>
                  <a:lumOff val="0"/>
                  <a:alphaOff val="0"/>
                </a:srgbClr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rPr>
            <a:t>GdC</a:t>
          </a:r>
          <a:r>
            <a:rPr lang="es-PE" sz="2000" b="0" i="0" u="none" kern="1200" dirty="0">
              <a:solidFill>
                <a:srgbClr val="000000">
                  <a:hueOff val="0"/>
                  <a:satOff val="0"/>
                  <a:lumOff val="0"/>
                  <a:alphaOff val="0"/>
                </a:srgbClr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rPr>
            <a:t>)</a:t>
          </a:r>
        </a:p>
        <a:p>
          <a:pPr marL="0" lvl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s-PE" sz="1600" kern="1200" dirty="0"/>
        </a:p>
      </dgm:t>
    </dgm:pt>
    <dgm:pt modelId="{9D21456D-6A3D-4DA0-A6CF-777D66FD07EF}" type="parTrans" cxnId="{5DA61405-581F-434C-9CAA-EF0AA49F945D}">
      <dgm:prSet/>
      <dgm:spPr/>
      <dgm:t>
        <a:bodyPr/>
        <a:lstStyle/>
        <a:p>
          <a:endParaRPr lang="es-PE"/>
        </a:p>
      </dgm:t>
    </dgm:pt>
    <dgm:pt modelId="{8555C528-1EA4-4735-A8A3-75D0E183BFD5}" type="sibTrans" cxnId="{5DA61405-581F-434C-9CAA-EF0AA49F945D}">
      <dgm:prSet/>
      <dgm:spPr/>
      <dgm:t>
        <a:bodyPr/>
        <a:lstStyle/>
        <a:p>
          <a:endParaRPr lang="es-PE"/>
        </a:p>
      </dgm:t>
    </dgm:pt>
    <dgm:pt modelId="{879DD834-508A-4220-B6D2-A4EFA2C169B8}" type="pres">
      <dgm:prSet presAssocID="{3560E015-133C-4308-988E-E398C29B6FEA}" presName="diagram" presStyleCnt="0">
        <dgm:presLayoutVars>
          <dgm:dir/>
          <dgm:resizeHandles val="exact"/>
        </dgm:presLayoutVars>
      </dgm:prSet>
      <dgm:spPr/>
    </dgm:pt>
    <dgm:pt modelId="{0C40E6F9-98C3-422D-952E-ABFFA5ABC997}" type="pres">
      <dgm:prSet presAssocID="{231B2D0A-2B22-4CBB-B0BE-5BFD4083F15F}" presName="node" presStyleLbl="node1" presStyleIdx="0" presStyleCnt="4">
        <dgm:presLayoutVars>
          <dgm:bulletEnabled val="1"/>
        </dgm:presLayoutVars>
      </dgm:prSet>
      <dgm:spPr/>
    </dgm:pt>
    <dgm:pt modelId="{4585D20E-01E8-40C0-81C2-66DC849058F5}" type="pres">
      <dgm:prSet presAssocID="{F1F8E271-870D-4199-8678-BA823E59EC65}" presName="sibTrans" presStyleCnt="0"/>
      <dgm:spPr/>
    </dgm:pt>
    <dgm:pt modelId="{2CF9811B-E79F-4CBE-A650-E71D4B7DF6A8}" type="pres">
      <dgm:prSet presAssocID="{1252DF7B-70F5-49F3-BB8A-6246956B3B82}" presName="node" presStyleLbl="node1" presStyleIdx="1" presStyleCnt="4" custScaleX="137829" custLinFactNeighborY="-1871">
        <dgm:presLayoutVars>
          <dgm:bulletEnabled val="1"/>
        </dgm:presLayoutVars>
      </dgm:prSet>
      <dgm:spPr/>
    </dgm:pt>
    <dgm:pt modelId="{9248E26D-2F20-4153-9440-FC9599F692F9}" type="pres">
      <dgm:prSet presAssocID="{43E05002-D61D-4187-A856-778C3B9AD092}" presName="sibTrans" presStyleCnt="0"/>
      <dgm:spPr/>
    </dgm:pt>
    <dgm:pt modelId="{AEFEA0E6-7B64-4B92-A141-67B35AFAFEE7}" type="pres">
      <dgm:prSet presAssocID="{ED46CFEA-8472-4E14-A747-A98D05A9C70E}" presName="node" presStyleLbl="node1" presStyleIdx="2" presStyleCnt="4" custLinFactNeighborX="-18552" custLinFactNeighborY="3681">
        <dgm:presLayoutVars>
          <dgm:bulletEnabled val="1"/>
        </dgm:presLayoutVars>
      </dgm:prSet>
      <dgm:spPr>
        <a:xfrm>
          <a:off x="545460" y="2520073"/>
          <a:ext cx="2875243" cy="1725146"/>
        </a:xfrm>
        <a:prstGeom prst="rect">
          <a:avLst/>
        </a:prstGeom>
      </dgm:spPr>
    </dgm:pt>
    <dgm:pt modelId="{C7261B4E-7434-4D73-A8C2-CFA87E985525}" type="pres">
      <dgm:prSet presAssocID="{40FC96FF-A2AD-46D4-8784-28FAF9E10E7F}" presName="sibTrans" presStyleCnt="0"/>
      <dgm:spPr/>
    </dgm:pt>
    <dgm:pt modelId="{7ADE64BD-1282-4B74-A7CA-2F2D654367E9}" type="pres">
      <dgm:prSet presAssocID="{5509761F-74E8-4E21-916D-C2D44AD13924}" presName="node" presStyleLbl="node1" presStyleIdx="3" presStyleCnt="4" custScaleX="142770" custScaleY="102112" custLinFactNeighborX="190" custLinFactNeighborY="2959">
        <dgm:presLayoutVars>
          <dgm:bulletEnabled val="1"/>
        </dgm:presLayoutVars>
      </dgm:prSet>
      <dgm:spPr/>
    </dgm:pt>
  </dgm:ptLst>
  <dgm:cxnLst>
    <dgm:cxn modelId="{5DA61405-581F-434C-9CAA-EF0AA49F945D}" srcId="{3560E015-133C-4308-988E-E398C29B6FEA}" destId="{5509761F-74E8-4E21-916D-C2D44AD13924}" srcOrd="3" destOrd="0" parTransId="{9D21456D-6A3D-4DA0-A6CF-777D66FD07EF}" sibTransId="{8555C528-1EA4-4735-A8A3-75D0E183BFD5}"/>
    <dgm:cxn modelId="{0AE61119-B2D3-40BD-839F-4402C6C3693B}" type="presOf" srcId="{ED46CFEA-8472-4E14-A747-A98D05A9C70E}" destId="{AEFEA0E6-7B64-4B92-A141-67B35AFAFEE7}" srcOrd="0" destOrd="0" presId="urn:microsoft.com/office/officeart/2005/8/layout/default"/>
    <dgm:cxn modelId="{D826E721-45CD-4469-9771-6466548A954C}" srcId="{3560E015-133C-4308-988E-E398C29B6FEA}" destId="{231B2D0A-2B22-4CBB-B0BE-5BFD4083F15F}" srcOrd="0" destOrd="0" parTransId="{77B72CA9-8730-4382-BFBB-E231FCD796F7}" sibTransId="{F1F8E271-870D-4199-8678-BA823E59EC65}"/>
    <dgm:cxn modelId="{75468729-7D6C-4CAC-A7F9-CB904BC57EB3}" type="presOf" srcId="{3560E015-133C-4308-988E-E398C29B6FEA}" destId="{879DD834-508A-4220-B6D2-A4EFA2C169B8}" srcOrd="0" destOrd="0" presId="urn:microsoft.com/office/officeart/2005/8/layout/default"/>
    <dgm:cxn modelId="{FF414B2B-0025-428D-8EC8-C991BD313F96}" type="presOf" srcId="{5509761F-74E8-4E21-916D-C2D44AD13924}" destId="{7ADE64BD-1282-4B74-A7CA-2F2D654367E9}" srcOrd="0" destOrd="0" presId="urn:microsoft.com/office/officeart/2005/8/layout/default"/>
    <dgm:cxn modelId="{7EFCD15F-8681-4C0B-B1AC-38D10414C3D1}" type="presOf" srcId="{231B2D0A-2B22-4CBB-B0BE-5BFD4083F15F}" destId="{0C40E6F9-98C3-422D-952E-ABFFA5ABC997}" srcOrd="0" destOrd="0" presId="urn:microsoft.com/office/officeart/2005/8/layout/default"/>
    <dgm:cxn modelId="{31CA554A-D80E-470D-A877-E8BD549A149D}" type="presOf" srcId="{1252DF7B-70F5-49F3-BB8A-6246956B3B82}" destId="{2CF9811B-E79F-4CBE-A650-E71D4B7DF6A8}" srcOrd="0" destOrd="0" presId="urn:microsoft.com/office/officeart/2005/8/layout/default"/>
    <dgm:cxn modelId="{11F9C6C8-7940-427C-AD17-98CBCBC49672}" srcId="{3560E015-133C-4308-988E-E398C29B6FEA}" destId="{1252DF7B-70F5-49F3-BB8A-6246956B3B82}" srcOrd="1" destOrd="0" parTransId="{4C5B822E-0A8B-4D74-ACCE-4D2C6E7DB7FF}" sibTransId="{43E05002-D61D-4187-A856-778C3B9AD092}"/>
    <dgm:cxn modelId="{804DC3F5-16A2-4B26-BA63-C8B0A44563F3}" srcId="{3560E015-133C-4308-988E-E398C29B6FEA}" destId="{ED46CFEA-8472-4E14-A747-A98D05A9C70E}" srcOrd="2" destOrd="0" parTransId="{D67E3048-EF93-4EE4-9541-EACA2F26DADB}" sibTransId="{40FC96FF-A2AD-46D4-8784-28FAF9E10E7F}"/>
    <dgm:cxn modelId="{1AC078B3-7BEA-4CFA-9EAA-53CAE4490D13}" type="presParOf" srcId="{879DD834-508A-4220-B6D2-A4EFA2C169B8}" destId="{0C40E6F9-98C3-422D-952E-ABFFA5ABC997}" srcOrd="0" destOrd="0" presId="urn:microsoft.com/office/officeart/2005/8/layout/default"/>
    <dgm:cxn modelId="{A6562713-D260-461D-8EE8-19C543685780}" type="presParOf" srcId="{879DD834-508A-4220-B6D2-A4EFA2C169B8}" destId="{4585D20E-01E8-40C0-81C2-66DC849058F5}" srcOrd="1" destOrd="0" presId="urn:microsoft.com/office/officeart/2005/8/layout/default"/>
    <dgm:cxn modelId="{8243CDA2-6DF2-4A80-AA03-1A13F7F52DDD}" type="presParOf" srcId="{879DD834-508A-4220-B6D2-A4EFA2C169B8}" destId="{2CF9811B-E79F-4CBE-A650-E71D4B7DF6A8}" srcOrd="2" destOrd="0" presId="urn:microsoft.com/office/officeart/2005/8/layout/default"/>
    <dgm:cxn modelId="{5BAE350E-5942-44C2-B5A6-D8052DDE689A}" type="presParOf" srcId="{879DD834-508A-4220-B6D2-A4EFA2C169B8}" destId="{9248E26D-2F20-4153-9440-FC9599F692F9}" srcOrd="3" destOrd="0" presId="urn:microsoft.com/office/officeart/2005/8/layout/default"/>
    <dgm:cxn modelId="{DB46E136-7903-4ED2-ACD6-0A643160755B}" type="presParOf" srcId="{879DD834-508A-4220-B6D2-A4EFA2C169B8}" destId="{AEFEA0E6-7B64-4B92-A141-67B35AFAFEE7}" srcOrd="4" destOrd="0" presId="urn:microsoft.com/office/officeart/2005/8/layout/default"/>
    <dgm:cxn modelId="{8F777022-B12E-49AD-89F0-99532C49D467}" type="presParOf" srcId="{879DD834-508A-4220-B6D2-A4EFA2C169B8}" destId="{C7261B4E-7434-4D73-A8C2-CFA87E985525}" srcOrd="5" destOrd="0" presId="urn:microsoft.com/office/officeart/2005/8/layout/default"/>
    <dgm:cxn modelId="{E3A72EEA-3387-412B-B340-0226F2479122}" type="presParOf" srcId="{879DD834-508A-4220-B6D2-A4EFA2C169B8}" destId="{7ADE64BD-1282-4B74-A7CA-2F2D654367E9}" srcOrd="6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7A03520-7141-4221-AE31-01857E1548AD}">
      <dsp:nvSpPr>
        <dsp:cNvPr id="0" name=""/>
        <dsp:cNvSpPr/>
      </dsp:nvSpPr>
      <dsp:spPr>
        <a:xfrm>
          <a:off x="-5372953" y="-822850"/>
          <a:ext cx="6398323" cy="6398323"/>
        </a:xfrm>
        <a:prstGeom prst="blockArc">
          <a:avLst>
            <a:gd name="adj1" fmla="val 18900000"/>
            <a:gd name="adj2" fmla="val 2700000"/>
            <a:gd name="adj3" fmla="val 338"/>
          </a:avLst>
        </a:prstGeom>
        <a:noFill/>
        <a:ln w="2540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3A6120C-8721-4FDF-8998-B1E4C5826708}">
      <dsp:nvSpPr>
        <dsp:cNvPr id="0" name=""/>
        <dsp:cNvSpPr/>
      </dsp:nvSpPr>
      <dsp:spPr>
        <a:xfrm>
          <a:off x="659663" y="475262"/>
          <a:ext cx="6403682" cy="95052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54479" tIns="40640" rIns="40640" bIns="4064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1600" b="1" i="0" u="none" strike="noStrike" kern="1200" cap="none" dirty="0">
              <a:solidFill>
                <a:srgbClr val="000000"/>
              </a:solidFill>
              <a:latin typeface="Times New Roman" panose="02020603050405020304" pitchFamily="18" charset="0"/>
              <a:ea typeface="Arial"/>
              <a:cs typeface="Times New Roman" panose="02020603050405020304" pitchFamily="18" charset="0"/>
              <a:sym typeface="Arial"/>
            </a:rPr>
            <a:t>Lugar de </a:t>
          </a:r>
          <a:r>
            <a:rPr lang="es-MX" sz="1600" b="1" i="0" u="none" strike="noStrike" kern="1200" cap="none" dirty="0" err="1">
              <a:solidFill>
                <a:srgbClr val="000000"/>
              </a:solidFill>
              <a:latin typeface="Times New Roman" panose="02020603050405020304" pitchFamily="18" charset="0"/>
              <a:ea typeface="Arial"/>
              <a:cs typeface="Times New Roman" panose="02020603050405020304" pitchFamily="18" charset="0"/>
              <a:sym typeface="Arial"/>
            </a:rPr>
            <a:t>ejecución</a:t>
          </a:r>
          <a:r>
            <a:rPr lang="es-MX" sz="1600" b="1" i="0" u="none" strike="noStrike" kern="1200" cap="none" dirty="0">
              <a:solidFill>
                <a:srgbClr val="000000"/>
              </a:solidFill>
              <a:latin typeface="Times New Roman" panose="02020603050405020304" pitchFamily="18" charset="0"/>
              <a:ea typeface="Arial"/>
              <a:cs typeface="Times New Roman" panose="02020603050405020304" pitchFamily="18" charset="0"/>
              <a:sym typeface="Arial"/>
            </a:rPr>
            <a:t> o </a:t>
          </a:r>
          <a:r>
            <a:rPr lang="es-MX" sz="1600" b="1" i="0" u="none" strike="noStrike" kern="1200" cap="none" dirty="0" err="1">
              <a:solidFill>
                <a:srgbClr val="000000"/>
              </a:solidFill>
              <a:latin typeface="Times New Roman" panose="02020603050405020304" pitchFamily="18" charset="0"/>
              <a:ea typeface="Arial"/>
              <a:cs typeface="Times New Roman" panose="02020603050405020304" pitchFamily="18" charset="0"/>
              <a:sym typeface="Arial"/>
            </a:rPr>
            <a:t>ámbito</a:t>
          </a:r>
          <a:r>
            <a:rPr lang="es-MX" sz="1600" b="1" i="0" u="none" strike="noStrike" kern="1200" cap="none" dirty="0">
              <a:solidFill>
                <a:srgbClr val="000000"/>
              </a:solidFill>
              <a:latin typeface="Times New Roman" panose="02020603050405020304" pitchFamily="18" charset="0"/>
              <a:ea typeface="Arial"/>
              <a:cs typeface="Times New Roman" panose="02020603050405020304" pitchFamily="18" charset="0"/>
              <a:sym typeface="Arial"/>
            </a:rPr>
            <a:t>: </a:t>
          </a:r>
          <a:r>
            <a:rPr lang="es-MX" sz="1600" b="0" i="0" u="none" strike="noStrike" kern="1200" cap="none" dirty="0">
              <a:solidFill>
                <a:srgbClr val="000000"/>
              </a:solidFill>
              <a:latin typeface="Times New Roman" panose="02020603050405020304" pitchFamily="18" charset="0"/>
              <a:ea typeface="Arial"/>
              <a:cs typeface="Times New Roman" panose="02020603050405020304" pitchFamily="18" charset="0"/>
              <a:sym typeface="Arial"/>
            </a:rPr>
            <a:t>Actividades en campo y laboratorio.</a:t>
          </a:r>
          <a:endParaRPr lang="es-PE" sz="1600" b="1" i="0" u="none" strike="noStrike" kern="1200" cap="none" dirty="0">
            <a:solidFill>
              <a:srgbClr val="000000"/>
            </a:solidFill>
            <a:latin typeface="Times New Roman" panose="02020603050405020304" pitchFamily="18" charset="0"/>
            <a:ea typeface="Arial"/>
            <a:cs typeface="Times New Roman" panose="02020603050405020304" pitchFamily="18" charset="0"/>
            <a:sym typeface="Arial"/>
          </a:endParaRPr>
        </a:p>
      </dsp:txBody>
      <dsp:txXfrm>
        <a:off x="659663" y="475262"/>
        <a:ext cx="6403682" cy="950524"/>
      </dsp:txXfrm>
    </dsp:sp>
    <dsp:sp modelId="{B5FEF8E6-BB61-44FD-8795-1C3059990B1B}">
      <dsp:nvSpPr>
        <dsp:cNvPr id="0" name=""/>
        <dsp:cNvSpPr/>
      </dsp:nvSpPr>
      <dsp:spPr>
        <a:xfrm>
          <a:off x="65586" y="356446"/>
          <a:ext cx="1188155" cy="1188155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DB20096-DC33-4747-9AF1-17EC385958C7}">
      <dsp:nvSpPr>
        <dsp:cNvPr id="0" name=""/>
        <dsp:cNvSpPr/>
      </dsp:nvSpPr>
      <dsp:spPr>
        <a:xfrm>
          <a:off x="1005179" y="1901048"/>
          <a:ext cx="6058167" cy="95052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54479" tIns="40640" rIns="40640" bIns="4064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1600" b="1" i="0" u="none" strike="noStrike" kern="1200" cap="none" dirty="0">
              <a:solidFill>
                <a:srgbClr val="000000"/>
              </a:solidFill>
              <a:latin typeface="Times New Roman" panose="02020603050405020304" pitchFamily="18" charset="0"/>
              <a:ea typeface="Arial"/>
              <a:cs typeface="Times New Roman" panose="02020603050405020304" pitchFamily="18" charset="0"/>
            </a:rPr>
            <a:t>Nivel y tipo de investigación: </a:t>
          </a:r>
          <a:r>
            <a:rPr lang="es-MX" sz="1600" b="0" i="0" u="none" strike="noStrike" kern="1200" cap="none" dirty="0">
              <a:solidFill>
                <a:srgbClr val="000000"/>
              </a:solidFill>
              <a:latin typeface="Times New Roman" panose="02020603050405020304" pitchFamily="18" charset="0"/>
              <a:ea typeface="Arial"/>
              <a:cs typeface="Times New Roman" panose="02020603050405020304" pitchFamily="18" charset="0"/>
            </a:rPr>
            <a:t>Nivel descriptivo y tipo básica.</a:t>
          </a:r>
          <a:endParaRPr lang="es-PE" sz="1600" b="1" i="0" u="none" strike="noStrike" kern="1200" cap="none" dirty="0">
            <a:solidFill>
              <a:srgbClr val="000000"/>
            </a:solidFill>
            <a:latin typeface="Times New Roman" panose="02020603050405020304" pitchFamily="18" charset="0"/>
            <a:ea typeface="Arial"/>
            <a:cs typeface="Times New Roman" panose="02020603050405020304" pitchFamily="18" charset="0"/>
          </a:endParaRPr>
        </a:p>
      </dsp:txBody>
      <dsp:txXfrm>
        <a:off x="1005179" y="1901048"/>
        <a:ext cx="6058167" cy="950524"/>
      </dsp:txXfrm>
    </dsp:sp>
    <dsp:sp modelId="{41325D7C-5005-49C9-AE2B-1E6C9C1335CB}">
      <dsp:nvSpPr>
        <dsp:cNvPr id="0" name=""/>
        <dsp:cNvSpPr/>
      </dsp:nvSpPr>
      <dsp:spPr>
        <a:xfrm>
          <a:off x="411101" y="1782233"/>
          <a:ext cx="1188155" cy="1188155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4308633-C204-4F7B-BA8A-F2D1E17A3F0D}">
      <dsp:nvSpPr>
        <dsp:cNvPr id="0" name=""/>
        <dsp:cNvSpPr/>
      </dsp:nvSpPr>
      <dsp:spPr>
        <a:xfrm>
          <a:off x="659663" y="3326835"/>
          <a:ext cx="6403682" cy="95052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54479" tIns="40640" rIns="40640" bIns="4064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PE" sz="1600" b="1" i="0" u="none" strike="noStrike" kern="1200" cap="none" dirty="0">
              <a:solidFill>
                <a:srgbClr val="000000"/>
              </a:solidFill>
              <a:latin typeface="Times New Roman" panose="02020603050405020304" pitchFamily="18" charset="0"/>
              <a:ea typeface="Arial"/>
              <a:cs typeface="Times New Roman" panose="02020603050405020304" pitchFamily="18" charset="0"/>
            </a:rPr>
            <a:t>Población, muestra y muestreo: (</a:t>
          </a:r>
          <a:r>
            <a:rPr lang="es-PE" sz="1600" b="0" i="0" u="none" strike="noStrike" kern="1200" cap="none" dirty="0">
              <a:solidFill>
                <a:srgbClr val="000000"/>
              </a:solidFill>
              <a:latin typeface="Times New Roman" panose="02020603050405020304" pitchFamily="18" charset="0"/>
              <a:ea typeface="Arial"/>
              <a:cs typeface="Times New Roman" panose="02020603050405020304" pitchFamily="18" charset="0"/>
            </a:rPr>
            <a:t>Conjunto de parcelas, Adultos </a:t>
          </a:r>
          <a:r>
            <a:rPr lang="es-PE" sz="1600" b="0" i="0" u="none" strike="noStrike" kern="1200" cap="none" dirty="0" err="1">
              <a:solidFill>
                <a:srgbClr val="000000"/>
              </a:solidFill>
              <a:latin typeface="Times New Roman" panose="02020603050405020304" pitchFamily="18" charset="0"/>
              <a:ea typeface="Arial"/>
              <a:cs typeface="Times New Roman" panose="02020603050405020304" pitchFamily="18" charset="0"/>
            </a:rPr>
            <a:t>micosados</a:t>
          </a:r>
          <a:r>
            <a:rPr lang="es-PE" sz="1600" b="0" i="0" u="none" strike="noStrike" kern="1200" cap="none" dirty="0">
              <a:solidFill>
                <a:srgbClr val="000000"/>
              </a:solidFill>
              <a:latin typeface="Times New Roman" panose="02020603050405020304" pitchFamily="18" charset="0"/>
              <a:ea typeface="Arial"/>
              <a:cs typeface="Times New Roman" panose="02020603050405020304" pitchFamily="18" charset="0"/>
            </a:rPr>
            <a:t>, dirigido).</a:t>
          </a:r>
          <a:endParaRPr lang="es-PE" sz="1600" b="1" i="0" u="none" strike="noStrike" kern="1200" cap="none" dirty="0">
            <a:solidFill>
              <a:srgbClr val="000000"/>
            </a:solidFill>
            <a:latin typeface="Times New Roman" panose="02020603050405020304" pitchFamily="18" charset="0"/>
            <a:ea typeface="Arial"/>
            <a:cs typeface="Times New Roman" panose="02020603050405020304" pitchFamily="18" charset="0"/>
          </a:endParaRPr>
        </a:p>
      </dsp:txBody>
      <dsp:txXfrm>
        <a:off x="659663" y="3326835"/>
        <a:ext cx="6403682" cy="950524"/>
      </dsp:txXfrm>
    </dsp:sp>
    <dsp:sp modelId="{5301F2C5-819C-421B-B46D-01537FF1D86A}">
      <dsp:nvSpPr>
        <dsp:cNvPr id="0" name=""/>
        <dsp:cNvSpPr/>
      </dsp:nvSpPr>
      <dsp:spPr>
        <a:xfrm>
          <a:off x="65586" y="3208019"/>
          <a:ext cx="1188155" cy="1188155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C40E6F9-98C3-422D-952E-ABFFA5ABC997}">
      <dsp:nvSpPr>
        <dsp:cNvPr id="0" name=""/>
        <dsp:cNvSpPr/>
      </dsp:nvSpPr>
      <dsp:spPr>
        <a:xfrm>
          <a:off x="70636" y="525739"/>
          <a:ext cx="2819548" cy="1691729"/>
        </a:xfrm>
        <a:prstGeom prst="rect">
          <a:avLst/>
        </a:prstGeom>
        <a:solidFill>
          <a:schemeClr val="tx2"/>
        </a:solidFill>
        <a:ln w="254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PE" sz="2000" b="1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Independientes</a:t>
          </a:r>
        </a:p>
      </dsp:txBody>
      <dsp:txXfrm>
        <a:off x="70636" y="525739"/>
        <a:ext cx="2819548" cy="1691729"/>
      </dsp:txXfrm>
    </dsp:sp>
    <dsp:sp modelId="{2CF9811B-E79F-4CBE-A650-E71D4B7DF6A8}">
      <dsp:nvSpPr>
        <dsp:cNvPr id="0" name=""/>
        <dsp:cNvSpPr/>
      </dsp:nvSpPr>
      <dsp:spPr>
        <a:xfrm>
          <a:off x="3172140" y="494087"/>
          <a:ext cx="3886155" cy="1691729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2200" b="0" i="0" u="none" kern="1200" dirty="0"/>
            <a:t>-</a:t>
          </a:r>
          <a:r>
            <a:rPr lang="pt-BR" sz="2000" b="0" i="0" u="none" kern="1200" dirty="0" err="1">
              <a:latin typeface="Times New Roman" panose="02020603050405020304" pitchFamily="18" charset="0"/>
              <a:cs typeface="Times New Roman" panose="02020603050405020304" pitchFamily="18" charset="0"/>
            </a:rPr>
            <a:t>Aislados</a:t>
          </a:r>
          <a:r>
            <a:rPr lang="pt-BR" sz="2000" b="0" i="0" u="none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 nativos de </a:t>
          </a:r>
          <a:r>
            <a:rPr lang="pt-BR" sz="2000" b="0" i="1" u="none" kern="1200" dirty="0" err="1">
              <a:latin typeface="Times New Roman" panose="02020603050405020304" pitchFamily="18" charset="0"/>
              <a:cs typeface="Times New Roman" panose="02020603050405020304" pitchFamily="18" charset="0"/>
            </a:rPr>
            <a:t>Metarizhium</a:t>
          </a:r>
          <a:r>
            <a:rPr lang="pt-BR" sz="2000" b="0" i="1" u="none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 </a:t>
          </a:r>
          <a:r>
            <a:rPr lang="pt-BR" sz="2000" b="0" i="0" u="none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spp.</a:t>
          </a:r>
        </a:p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PE" sz="2000" b="0" i="0" u="none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-Temperatura (°C)</a:t>
          </a:r>
          <a:endParaRPr lang="es-PE" sz="2000" b="0" kern="1200" dirty="0">
            <a:latin typeface="Times New Roman" panose="02020603050405020304" pitchFamily="18" charset="0"/>
            <a:cs typeface="Times New Roman" panose="02020603050405020304" pitchFamily="18" charset="0"/>
          </a:endParaRPr>
        </a:p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s-PE" sz="2200" kern="1200" dirty="0"/>
        </a:p>
      </dsp:txBody>
      <dsp:txXfrm>
        <a:off x="3172140" y="494087"/>
        <a:ext cx="3886155" cy="1691729"/>
      </dsp:txXfrm>
    </dsp:sp>
    <dsp:sp modelId="{AEFEA0E6-7B64-4B92-A141-67B35AFAFEE7}">
      <dsp:nvSpPr>
        <dsp:cNvPr id="0" name=""/>
        <dsp:cNvSpPr/>
      </dsp:nvSpPr>
      <dsp:spPr>
        <a:xfrm>
          <a:off x="0" y="2579560"/>
          <a:ext cx="2819548" cy="1691729"/>
        </a:xfrm>
        <a:prstGeom prst="rect">
          <a:avLst/>
        </a:prstGeom>
        <a:solidFill>
          <a:srgbClr val="EEECE1"/>
        </a:solidFill>
        <a:ln w="25400" cap="flat" cmpd="sng" algn="ctr">
          <a:solidFill>
            <a:srgbClr val="000000">
              <a:shade val="80000"/>
              <a:hueOff val="0"/>
              <a:satOff val="0"/>
              <a:lumOff val="0"/>
              <a:alphaOff val="0"/>
            </a:srgb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PE" sz="2000" b="1" kern="1200" dirty="0">
              <a:solidFill>
                <a:srgbClr val="000000">
                  <a:hueOff val="0"/>
                  <a:satOff val="0"/>
                  <a:lumOff val="0"/>
                  <a:alphaOff val="0"/>
                </a:srgbClr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rPr>
            <a:t>Dependientes</a:t>
          </a:r>
        </a:p>
      </dsp:txBody>
      <dsp:txXfrm>
        <a:off x="0" y="2579560"/>
        <a:ext cx="2819548" cy="1691729"/>
      </dsp:txXfrm>
    </dsp:sp>
    <dsp:sp modelId="{7ADE64BD-1282-4B74-A7CA-2F2D654367E9}">
      <dsp:nvSpPr>
        <dsp:cNvPr id="0" name=""/>
        <dsp:cNvSpPr/>
      </dsp:nvSpPr>
      <dsp:spPr>
        <a:xfrm>
          <a:off x="3103463" y="2549482"/>
          <a:ext cx="4025469" cy="1727458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PE" sz="2000" b="0" i="0" u="none" kern="1200" dirty="0">
              <a:solidFill>
                <a:srgbClr val="000000">
                  <a:hueOff val="0"/>
                  <a:satOff val="0"/>
                  <a:lumOff val="0"/>
                  <a:alphaOff val="0"/>
                </a:srgbClr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rPr>
            <a:t>Crecimiento micelial (CM)</a:t>
          </a:r>
        </a:p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PE" sz="2000" b="0" i="0" u="none" kern="1200" dirty="0">
              <a:solidFill>
                <a:srgbClr val="000000">
                  <a:hueOff val="0"/>
                  <a:satOff val="0"/>
                  <a:lumOff val="0"/>
                  <a:alphaOff val="0"/>
                </a:srgbClr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rPr>
            <a:t>Producción de </a:t>
          </a:r>
          <a:r>
            <a:rPr lang="es-PE" sz="2000" b="0" i="0" u="none" kern="1200" dirty="0" err="1">
              <a:solidFill>
                <a:srgbClr val="000000">
                  <a:hueOff val="0"/>
                  <a:satOff val="0"/>
                  <a:lumOff val="0"/>
                  <a:alphaOff val="0"/>
                </a:srgbClr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rPr>
            <a:t>conidias</a:t>
          </a:r>
          <a:r>
            <a:rPr lang="es-PE" sz="2000" b="0" i="0" u="none" kern="1200" dirty="0">
              <a:solidFill>
                <a:srgbClr val="000000">
                  <a:hueOff val="0"/>
                  <a:satOff val="0"/>
                  <a:lumOff val="0"/>
                  <a:alphaOff val="0"/>
                </a:srgbClr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rPr>
            <a:t> (</a:t>
          </a:r>
          <a:r>
            <a:rPr lang="es-PE" sz="2000" b="0" i="0" u="none" kern="1200" dirty="0" err="1">
              <a:solidFill>
                <a:srgbClr val="000000">
                  <a:hueOff val="0"/>
                  <a:satOff val="0"/>
                  <a:lumOff val="0"/>
                  <a:alphaOff val="0"/>
                </a:srgbClr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rPr>
            <a:t>PdC</a:t>
          </a:r>
          <a:r>
            <a:rPr lang="es-PE" sz="2000" b="0" i="0" u="none" kern="1200" dirty="0">
              <a:solidFill>
                <a:srgbClr val="000000">
                  <a:hueOff val="0"/>
                  <a:satOff val="0"/>
                  <a:lumOff val="0"/>
                  <a:alphaOff val="0"/>
                </a:srgbClr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rPr>
            <a:t>)</a:t>
          </a:r>
        </a:p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PE" sz="2000" b="0" i="0" u="none" kern="1200" dirty="0">
              <a:solidFill>
                <a:srgbClr val="000000">
                  <a:hueOff val="0"/>
                  <a:satOff val="0"/>
                  <a:lumOff val="0"/>
                  <a:alphaOff val="0"/>
                </a:srgbClr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rPr>
            <a:t>Germinación de </a:t>
          </a:r>
          <a:r>
            <a:rPr lang="es-PE" sz="2000" b="0" i="0" u="none" kern="1200" dirty="0" err="1">
              <a:solidFill>
                <a:srgbClr val="000000">
                  <a:hueOff val="0"/>
                  <a:satOff val="0"/>
                  <a:lumOff val="0"/>
                  <a:alphaOff val="0"/>
                </a:srgbClr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rPr>
            <a:t>conidias</a:t>
          </a:r>
          <a:r>
            <a:rPr lang="es-PE" sz="2000" b="0" i="0" u="none" kern="1200" dirty="0">
              <a:solidFill>
                <a:srgbClr val="000000">
                  <a:hueOff val="0"/>
                  <a:satOff val="0"/>
                  <a:lumOff val="0"/>
                  <a:alphaOff val="0"/>
                </a:srgbClr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rPr>
            <a:t> (</a:t>
          </a:r>
          <a:r>
            <a:rPr lang="es-PE" sz="2000" b="0" i="0" u="none" kern="1200" dirty="0" err="1">
              <a:solidFill>
                <a:srgbClr val="000000">
                  <a:hueOff val="0"/>
                  <a:satOff val="0"/>
                  <a:lumOff val="0"/>
                  <a:alphaOff val="0"/>
                </a:srgbClr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rPr>
            <a:t>GdC</a:t>
          </a:r>
          <a:r>
            <a:rPr lang="es-PE" sz="2000" b="0" i="0" u="none" kern="1200" dirty="0">
              <a:solidFill>
                <a:srgbClr val="000000">
                  <a:hueOff val="0"/>
                  <a:satOff val="0"/>
                  <a:lumOff val="0"/>
                  <a:alphaOff val="0"/>
                </a:srgbClr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rPr>
            <a:t>)</a:t>
          </a:r>
        </a:p>
        <a:p>
          <a:pPr marL="0" lvl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s-PE" sz="1600" kern="1200" dirty="0"/>
        </a:p>
      </dsp:txBody>
      <dsp:txXfrm>
        <a:off x="3103463" y="2549482"/>
        <a:ext cx="4025469" cy="172745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VerticalCurvedList">
  <dgm:title val=""/>
  <dgm:desc val=""/>
  <dgm:catLst>
    <dgm:cat type="list" pri="2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7"/>
      <dgm:chPref val="7"/>
      <dgm:dir/>
    </dgm:varLst>
    <dgm:alg type="composite"/>
    <dgm:shape xmlns:r="http://schemas.openxmlformats.org/officeDocument/2006/relationships" r:blip="">
      <dgm:adjLst/>
    </dgm:shape>
    <dgm:constrLst>
      <dgm:constr type="w" for="ch" refType="h" refFor="ch" op="gte" fact="0.8"/>
    </dgm:constrLst>
    <dgm:layoutNode name="Name1">
      <dgm:alg type="composite"/>
      <dgm:shape xmlns:r="http://schemas.openxmlformats.org/officeDocument/2006/relationships" r:blip="">
        <dgm:adjLst/>
      </dgm:shape>
      <dgm:choose name="Name2">
        <dgm:if name="Name3" func="var" arg="dir" op="equ" val="norm">
          <dgm:choose name="Name4">
            <dgm:if name="Name5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h" fact="0.225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primFontSz" for="ch" ptType="node" op="equ" val="65"/>
              </dgm:constrLst>
            </dgm:if>
            <dgm:if name="Name6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h" fact="0.1891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h" fact="0.1891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primFontSz" for="ch" ptType="node" op="equ" val="65"/>
              </dgm:constrLst>
            </dgm:if>
            <dgm:if name="Name7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h" fact="0.1526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h" fact="0.2253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h" fact="0.1526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primFontSz" for="ch" ptType="node" op="equ" val="65"/>
              </dgm:constrLst>
            </dgm:if>
            <dgm:if name="Name8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h" fact="0.1268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h" fact="0.215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h" fact="0.21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h" fact="0.126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primFontSz" for="ch" ptType="node" op="equ" val="65"/>
              </dgm:constrLst>
            </dgm:if>
            <dgm:if name="Name9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h" fact="0.1082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h" fact="0.197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h" fact="0.2253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h" fact="0.197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h" fact="0.1082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primFontSz" for="ch" ptType="node" op="equ" val="65"/>
              </dgm:constrLst>
            </dgm:if>
            <dgm:if name="Name10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h" fact="0.094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h" fact="0.1809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h" fact="0.220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h" fact="0.2205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h" fact="0.18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h" fact="0.0943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primFontSz" for="ch" ptType="node" op="equ" val="65"/>
              </dgm:constrLst>
            </dgm:if>
            <dgm:else name="Name1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h" fact="0.0835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h" fact="0.165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h" fact="0.2109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h" fact="0.2253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h" fact="0.21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h" fact="0.1658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h" fact="0.0835"/>
                <dgm:constr type="l" for="ch" forName="text_7" refType="ctrX" refFor="ch" refForName="accent_7"/>
                <dgm:constr type="r" for="ch" forName="text_7" refType="w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lMarg" for="ch" forName="text_7" refType="w" refFor="ch" refForName="accent_7" fact="1.8"/>
                <dgm:constr type="primFontSz" for="ch" ptType="node" op="equ" val="65"/>
              </dgm:constrLst>
            </dgm:else>
          </dgm:choose>
        </dgm:if>
        <dgm:else name="Name12">
          <dgm:choose name="Name13">
            <dgm:if name="Name14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w"/>
                <dgm:constr type="ctrXOff" for="ch" forName="accent_1" refType="h" fact="-0.225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primFontSz" for="ch" ptType="node" op="equ" val="65"/>
              </dgm:constrLst>
            </dgm:if>
            <dgm:if name="Name15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w"/>
                <dgm:constr type="ctrXOff" for="ch" forName="accent_1" refType="h" fact="-0.1891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w"/>
                <dgm:constr type="ctrXOff" for="ch" forName="accent_2" refType="h" fact="-0.1891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primFontSz" for="ch" ptType="node" op="equ" val="65"/>
              </dgm:constrLst>
            </dgm:if>
            <dgm:if name="Name16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w"/>
                <dgm:constr type="ctrXOff" for="ch" forName="accent_1" refType="h" fact="-0.1526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w"/>
                <dgm:constr type="ctrXOff" for="ch" forName="accent_2" refType="h" fact="-0.2253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w"/>
                <dgm:constr type="ctrXOff" for="ch" forName="accent_3" refType="h" fact="-0.1526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primFontSz" for="ch" ptType="node" op="equ" val="65"/>
              </dgm:constrLst>
            </dgm:if>
            <dgm:if name="Name17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w"/>
                <dgm:constr type="ctrXOff" for="ch" forName="accent_1" refType="h" fact="-0.1268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w"/>
                <dgm:constr type="ctrXOff" for="ch" forName="accent_2" refType="h" fact="-0.215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w"/>
                <dgm:constr type="ctrXOff" for="ch" forName="accent_3" refType="h" fact="-0.21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w"/>
                <dgm:constr type="ctrXOff" for="ch" forName="accent_4" refType="h" fact="-0.126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primFontSz" for="ch" ptType="node" op="equ" val="65"/>
              </dgm:constrLst>
            </dgm:if>
            <dgm:if name="Name18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w"/>
                <dgm:constr type="ctrXOff" for="ch" forName="accent_1" refType="h" fact="-0.1082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w"/>
                <dgm:constr type="ctrXOff" for="ch" forName="accent_2" refType="h" fact="-0.197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w"/>
                <dgm:constr type="ctrXOff" for="ch" forName="accent_3" refType="h" fact="-0.2253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w"/>
                <dgm:constr type="ctrXOff" for="ch" forName="accent_4" refType="h" fact="-0.197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w"/>
                <dgm:constr type="ctrXOff" for="ch" forName="accent_5" refType="h" fact="-0.1082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primFontSz" for="ch" ptType="node" op="equ" val="65"/>
              </dgm:constrLst>
            </dgm:if>
            <dgm:if name="Name19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w"/>
                <dgm:constr type="ctrXOff" for="ch" forName="accent_1" refType="h" fact="-0.094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w"/>
                <dgm:constr type="ctrXOff" for="ch" forName="accent_2" refType="h" fact="-0.1809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w"/>
                <dgm:constr type="ctrXOff" for="ch" forName="accent_3" refType="h" fact="-0.220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w"/>
                <dgm:constr type="ctrXOff" for="ch" forName="accent_4" refType="h" fact="-0.2205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w"/>
                <dgm:constr type="ctrXOff" for="ch" forName="accent_5" refType="h" fact="-0.18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w"/>
                <dgm:constr type="ctrXOff" for="ch" forName="accent_6" refType="h" fact="-0.0943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primFontSz" for="ch" ptType="node" op="equ" val="65"/>
              </dgm:constrLst>
            </dgm:if>
            <dgm:else name="Name20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w"/>
                <dgm:constr type="ctrXOff" for="ch" forName="accent_1" refType="h" fact="-0.0835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w"/>
                <dgm:constr type="ctrXOff" for="ch" forName="accent_2" refType="h" fact="-0.165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w"/>
                <dgm:constr type="ctrXOff" for="ch" forName="accent_3" refType="h" fact="-0.2109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w"/>
                <dgm:constr type="ctrXOff" for="ch" forName="accent_4" refType="h" fact="-0.2253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w"/>
                <dgm:constr type="ctrXOff" for="ch" forName="accent_5" refType="h" fact="-0.21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w"/>
                <dgm:constr type="ctrXOff" for="ch" forName="accent_6" refType="h" fact="-0.1658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w"/>
                <dgm:constr type="ctrXOff" for="ch" forName="accent_7" refType="h" fact="-0.0835"/>
                <dgm:constr type="r" for="ch" forName="text_7" refType="ctrX" refFor="ch" refForName="accent_7"/>
                <dgm:constr type="rOff" for="ch" forName="text_7" refType="ctrXOff" refFor="ch" refForName="accent_7"/>
                <dgm:constr type="l" for="ch" forName="text_7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rMarg" for="ch" forName="text_7" refType="w" refFor="ch" refForName="accent_7" fact="1.8"/>
                <dgm:constr type="primFontSz" for="ch" ptType="node" op="equ" val="65"/>
              </dgm:constrLst>
            </dgm:else>
          </dgm:choose>
        </dgm:else>
      </dgm:choose>
      <dgm:layoutNode name="cycle">
        <dgm:choose name="Name21">
          <dgm:if name="Name22" func="var" arg="dir" op="equ" val="norm">
            <dgm:alg type="cycle">
              <dgm:param type="stAng" val="45"/>
              <dgm:param type="spanAng" val="90"/>
            </dgm:alg>
          </dgm:if>
          <dgm:else name="Name23">
            <dgm:alg type="cycle">
              <dgm:param type="stAng" val="225"/>
              <dgm:param type="spanAng" val="90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val="1"/>
          <dgm:constr type="h" for="ch" val="1"/>
          <dgm:constr type="diam" for="ch" forName="conn" refType="diam"/>
        </dgm:constrLst>
        <dgm:layoutNode name="src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conn" styleLbl="parChTrans1D2">
          <dgm:alg type="conn">
            <dgm:param type="connRout" val="curve"/>
            <dgm:param type="srcNode" val="srcNode"/>
            <dgm:param type="dstNode" val="dstNode"/>
            <dgm:param type="begPts" val="ctr"/>
            <dgm:param type="endPts" val="ctr"/>
            <dgm:param type="endSty" val="noArr"/>
          </dgm:alg>
          <dgm:shape xmlns:r="http://schemas.openxmlformats.org/officeDocument/2006/relationships" type="conn" r:blip="">
            <dgm:adjLst/>
          </dgm:shape>
          <dgm:presOf axis="desOrSelf" ptType="sibTrans" hideLastTrans="0" st="0" cnt="1"/>
          <dgm:constrLst>
            <dgm:constr type="begPad"/>
            <dgm:constr type="endPad"/>
          </dgm:constrLst>
        </dgm:layoutNode>
        <dgm:layoutNode name="extra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dstNode">
          <dgm:alg type="sp"/>
          <dgm:shape xmlns:r="http://schemas.openxmlformats.org/officeDocument/2006/relationships" type="rect" r:blip="" hideGeom="1">
            <dgm:adjLst/>
          </dgm:shape>
          <dgm:presOf/>
        </dgm:layoutNode>
      </dgm:layoutNode>
      <dgm:forEach name="wrapper" axis="self" ptType="parTrans">
        <dgm:forEach name="wrapper2" axis="self" ptType="sibTrans" st="2">
          <dgm:forEach name="accentRepeat" axis="self">
            <dgm:layoutNode name="accentRepeatNode" styleLbl="solidFgAcc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</dgm:forEach>
        </dgm:forEach>
      </dgm:forEach>
      <dgm:forEach name="Name24" axis="ch" ptType="node" cnt="1">
        <dgm:layoutNode name="text_1" styleLbl="node1">
          <dgm:varLst>
            <dgm:bulletEnabled val="1"/>
          </dgm:varLst>
          <dgm:choose name="Name25">
            <dgm:if name="Name2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2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1">
          <dgm:alg type="sp"/>
          <dgm:shape xmlns:r="http://schemas.openxmlformats.org/officeDocument/2006/relationships" r:blip="">
            <dgm:adjLst/>
          </dgm:shape>
          <dgm:presOf/>
          <dgm:constrLst/>
          <dgm:forEach name="Name28" ref="accentRepeat"/>
        </dgm:layoutNode>
      </dgm:forEach>
      <dgm:forEach name="Name29" axis="ch" ptType="node" st="2" cnt="1">
        <dgm:layoutNode name="text_2" styleLbl="node1">
          <dgm:varLst>
            <dgm:bulletEnabled val="1"/>
          </dgm:varLst>
          <dgm:choose name="Name30">
            <dgm:if name="Name3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2">
          <dgm:alg type="sp"/>
          <dgm:shape xmlns:r="http://schemas.openxmlformats.org/officeDocument/2006/relationships" r:blip="">
            <dgm:adjLst/>
          </dgm:shape>
          <dgm:presOf/>
          <dgm:constrLst/>
          <dgm:forEach name="Name33" ref="accentRepeat"/>
        </dgm:layoutNode>
      </dgm:forEach>
      <dgm:forEach name="Name34" axis="ch" ptType="node" st="3" cnt="1">
        <dgm:layoutNode name="text_3" styleLbl="node1">
          <dgm:varLst>
            <dgm:bulletEnabled val="1"/>
          </dgm:varLst>
          <dgm:choose name="Name35">
            <dgm:if name="Name3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3">
          <dgm:alg type="sp"/>
          <dgm:shape xmlns:r="http://schemas.openxmlformats.org/officeDocument/2006/relationships" r:blip="">
            <dgm:adjLst/>
          </dgm:shape>
          <dgm:presOf/>
          <dgm:constrLst/>
          <dgm:forEach name="Name38" ref="accentRepeat"/>
        </dgm:layoutNode>
      </dgm:forEach>
      <dgm:forEach name="Name39" axis="ch" ptType="node" st="4" cnt="1">
        <dgm:layoutNode name="text_4" styleLbl="node1">
          <dgm:varLst>
            <dgm:bulletEnabled val="1"/>
          </dgm:varLst>
          <dgm:choose name="Name40">
            <dgm:if name="Name4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4">
          <dgm:alg type="sp"/>
          <dgm:shape xmlns:r="http://schemas.openxmlformats.org/officeDocument/2006/relationships" r:blip="">
            <dgm:adjLst/>
          </dgm:shape>
          <dgm:presOf/>
          <dgm:constrLst/>
          <dgm:forEach name="Name43" ref="accentRepeat"/>
        </dgm:layoutNode>
      </dgm:forEach>
      <dgm:forEach name="Name44" axis="ch" ptType="node" st="5" cnt="1">
        <dgm:layoutNode name="text_5" styleLbl="node1">
          <dgm:varLst>
            <dgm:bulletEnabled val="1"/>
          </dgm:varLst>
          <dgm:choose name="Name45">
            <dgm:if name="Name4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5">
          <dgm:alg type="sp"/>
          <dgm:shape xmlns:r="http://schemas.openxmlformats.org/officeDocument/2006/relationships" r:blip="">
            <dgm:adjLst/>
          </dgm:shape>
          <dgm:presOf/>
          <dgm:constrLst/>
          <dgm:forEach name="Name48" ref="accentRepeat"/>
        </dgm:layoutNode>
      </dgm:forEach>
      <dgm:forEach name="Name49" axis="ch" ptType="node" st="6" cnt="1">
        <dgm:layoutNode name="text_6" styleLbl="node1">
          <dgm:varLst>
            <dgm:bulletEnabled val="1"/>
          </dgm:varLst>
          <dgm:choose name="Name50">
            <dgm:if name="Name5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6">
          <dgm:alg type="sp"/>
          <dgm:shape xmlns:r="http://schemas.openxmlformats.org/officeDocument/2006/relationships" r:blip="">
            <dgm:adjLst/>
          </dgm:shape>
          <dgm:presOf/>
          <dgm:constrLst/>
          <dgm:forEach name="Name53" ref="accentRepeat"/>
        </dgm:layoutNode>
      </dgm:forEach>
      <dgm:forEach name="Name54" axis="ch" ptType="node" st="7" cnt="1">
        <dgm:layoutNode name="text_7" styleLbl="node1">
          <dgm:varLst>
            <dgm:bulletEnabled val="1"/>
          </dgm:varLst>
          <dgm:choose name="Name55">
            <dgm:if name="Name5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7">
          <dgm:alg type="sp"/>
          <dgm:shape xmlns:r="http://schemas.openxmlformats.org/officeDocument/2006/relationships" r:blip="">
            <dgm:adjLst/>
          </dgm:shape>
          <dgm:presOf/>
          <dgm:constrLst/>
          <dgm:forEach name="Name58" ref="accentRepeat"/>
        </dgm:layoutNode>
      </dgm:forEach>
    </dgm:layoutNod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782575" y="567200"/>
            <a:ext cx="7129275" cy="28360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1069325" y="3592350"/>
            <a:ext cx="8554700" cy="3403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1:notes"/>
          <p:cNvSpPr txBox="1">
            <a:spLocks noGrp="1"/>
          </p:cNvSpPr>
          <p:nvPr>
            <p:ph type="body" idx="1"/>
          </p:nvPr>
        </p:nvSpPr>
        <p:spPr>
          <a:xfrm>
            <a:off x="1069325" y="3592350"/>
            <a:ext cx="8554700" cy="34032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4" name="Google Shape;44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341688" y="566738"/>
            <a:ext cx="4011612" cy="283686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">
          <a:extLst>
            <a:ext uri="{FF2B5EF4-FFF2-40B4-BE49-F238E27FC236}">
              <a16:creationId xmlns:a16="http://schemas.microsoft.com/office/drawing/2014/main" id="{17B5F7DD-760D-AA89-69E7-ABF562B594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:notes">
            <a:extLst>
              <a:ext uri="{FF2B5EF4-FFF2-40B4-BE49-F238E27FC236}">
                <a16:creationId xmlns:a16="http://schemas.microsoft.com/office/drawing/2014/main" id="{83B0C22B-81C6-270D-2CB8-7EBAD3F7BB4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069325" y="3592350"/>
            <a:ext cx="8554700" cy="34032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61;p2:notes">
            <a:extLst>
              <a:ext uri="{FF2B5EF4-FFF2-40B4-BE49-F238E27FC236}">
                <a16:creationId xmlns:a16="http://schemas.microsoft.com/office/drawing/2014/main" id="{213128EA-EB27-92EF-8118-65D3CA4B780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341688" y="566738"/>
            <a:ext cx="4011612" cy="283686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2308113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">
          <a:extLst>
            <a:ext uri="{FF2B5EF4-FFF2-40B4-BE49-F238E27FC236}">
              <a16:creationId xmlns:a16="http://schemas.microsoft.com/office/drawing/2014/main" id="{C6FDF78D-2805-05B1-3BA1-C845493F28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:notes">
            <a:extLst>
              <a:ext uri="{FF2B5EF4-FFF2-40B4-BE49-F238E27FC236}">
                <a16:creationId xmlns:a16="http://schemas.microsoft.com/office/drawing/2014/main" id="{AC7E9314-A7CB-4E2D-7FC1-327493DB803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069325" y="3592350"/>
            <a:ext cx="8554700" cy="34032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61;p2:notes">
            <a:extLst>
              <a:ext uri="{FF2B5EF4-FFF2-40B4-BE49-F238E27FC236}">
                <a16:creationId xmlns:a16="http://schemas.microsoft.com/office/drawing/2014/main" id="{032EAD8E-DD29-AB0E-B317-BCD0188D0FF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341688" y="566738"/>
            <a:ext cx="4011612" cy="283686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61822036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">
          <a:extLst>
            <a:ext uri="{FF2B5EF4-FFF2-40B4-BE49-F238E27FC236}">
              <a16:creationId xmlns:a16="http://schemas.microsoft.com/office/drawing/2014/main" id="{B402C678-DC31-6E98-E37D-67A2418454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:notes">
            <a:extLst>
              <a:ext uri="{FF2B5EF4-FFF2-40B4-BE49-F238E27FC236}">
                <a16:creationId xmlns:a16="http://schemas.microsoft.com/office/drawing/2014/main" id="{41103DC7-6E29-278A-B0C5-3235B325325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069325" y="3592350"/>
            <a:ext cx="8554700" cy="34032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61;p2:notes">
            <a:extLst>
              <a:ext uri="{FF2B5EF4-FFF2-40B4-BE49-F238E27FC236}">
                <a16:creationId xmlns:a16="http://schemas.microsoft.com/office/drawing/2014/main" id="{7B72810E-2CE9-B463-20D2-7D67DE06377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341688" y="566738"/>
            <a:ext cx="4011612" cy="283686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5832072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341688" y="566738"/>
            <a:ext cx="4011612" cy="2836862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1390196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2"/>
          <p:cNvSpPr txBox="1">
            <a:spLocks noGrp="1"/>
          </p:cNvSpPr>
          <p:nvPr>
            <p:ph type="title"/>
          </p:nvPr>
        </p:nvSpPr>
        <p:spPr>
          <a:xfrm>
            <a:off x="203754" y="3222761"/>
            <a:ext cx="10285891" cy="9867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3150" b="1" i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body" idx="1"/>
          </p:nvPr>
        </p:nvSpPr>
        <p:spPr>
          <a:xfrm>
            <a:off x="4880839" y="2188514"/>
            <a:ext cx="5476875" cy="2549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550" b="0" i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lvl="1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2"/>
          <p:cNvSpPr txBox="1">
            <a:spLocks noGrp="1"/>
          </p:cNvSpPr>
          <p:nvPr>
            <p:ph type="ftr" idx="11"/>
          </p:nvPr>
        </p:nvSpPr>
        <p:spPr>
          <a:xfrm>
            <a:off x="246421" y="6391192"/>
            <a:ext cx="4156075" cy="2266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550" b="0" i="0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2"/>
          <p:cNvSpPr txBox="1">
            <a:spLocks noGrp="1"/>
          </p:cNvSpPr>
          <p:nvPr>
            <p:ph type="dt" idx="10"/>
          </p:nvPr>
        </p:nvSpPr>
        <p:spPr>
          <a:xfrm>
            <a:off x="6442383" y="6391192"/>
            <a:ext cx="435609" cy="2266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550" b="0" i="0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sldNum" idx="12"/>
          </p:nvPr>
        </p:nvSpPr>
        <p:spPr>
          <a:xfrm>
            <a:off x="10015872" y="6389596"/>
            <a:ext cx="18034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0005" marR="0" lvl="0" indent="0" algn="l">
              <a:lnSpc>
                <a:spcPct val="103870"/>
              </a:lnSpc>
              <a:spcBef>
                <a:spcPts val="0"/>
              </a:spcBef>
              <a:buNone/>
              <a:defRPr sz="155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40005" marR="0" lvl="1" indent="0" algn="l">
              <a:lnSpc>
                <a:spcPct val="103870"/>
              </a:lnSpc>
              <a:spcBef>
                <a:spcPts val="0"/>
              </a:spcBef>
              <a:buNone/>
              <a:defRPr sz="155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40005" marR="0" lvl="2" indent="0" algn="l">
              <a:lnSpc>
                <a:spcPct val="103870"/>
              </a:lnSpc>
              <a:spcBef>
                <a:spcPts val="0"/>
              </a:spcBef>
              <a:buNone/>
              <a:defRPr sz="155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40005" marR="0" lvl="3" indent="0" algn="l">
              <a:lnSpc>
                <a:spcPct val="103870"/>
              </a:lnSpc>
              <a:spcBef>
                <a:spcPts val="0"/>
              </a:spcBef>
              <a:buNone/>
              <a:defRPr sz="155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40005" marR="0" lvl="4" indent="0" algn="l">
              <a:lnSpc>
                <a:spcPct val="103870"/>
              </a:lnSpc>
              <a:spcBef>
                <a:spcPts val="0"/>
              </a:spcBef>
              <a:buNone/>
              <a:defRPr sz="155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40005" marR="0" lvl="5" indent="0" algn="l">
              <a:lnSpc>
                <a:spcPct val="103870"/>
              </a:lnSpc>
              <a:spcBef>
                <a:spcPts val="0"/>
              </a:spcBef>
              <a:buNone/>
              <a:defRPr sz="155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40005" marR="0" lvl="6" indent="0" algn="l">
              <a:lnSpc>
                <a:spcPct val="103870"/>
              </a:lnSpc>
              <a:spcBef>
                <a:spcPts val="0"/>
              </a:spcBef>
              <a:buNone/>
              <a:defRPr sz="155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40005" marR="0" lvl="7" indent="0" algn="l">
              <a:lnSpc>
                <a:spcPct val="103870"/>
              </a:lnSpc>
              <a:spcBef>
                <a:spcPts val="0"/>
              </a:spcBef>
              <a:buNone/>
              <a:defRPr sz="155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0005" marR="0" lvl="8" indent="0" algn="l">
              <a:lnSpc>
                <a:spcPct val="103870"/>
              </a:lnSpc>
              <a:spcBef>
                <a:spcPts val="0"/>
              </a:spcBef>
              <a:buNone/>
              <a:defRPr sz="155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40005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Title Slide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4"/>
          <p:cNvSpPr txBox="1">
            <a:spLocks noGrp="1"/>
          </p:cNvSpPr>
          <p:nvPr>
            <p:ph type="ctrTitle"/>
          </p:nvPr>
        </p:nvSpPr>
        <p:spPr>
          <a:xfrm>
            <a:off x="802005" y="2344483"/>
            <a:ext cx="9089390" cy="15881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4"/>
          <p:cNvSpPr txBox="1">
            <a:spLocks noGrp="1"/>
          </p:cNvSpPr>
          <p:nvPr>
            <p:ph type="subTitle" idx="1"/>
          </p:nvPr>
        </p:nvSpPr>
        <p:spPr>
          <a:xfrm>
            <a:off x="1604010" y="4235196"/>
            <a:ext cx="7485380" cy="18907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4"/>
          <p:cNvSpPr txBox="1">
            <a:spLocks noGrp="1"/>
          </p:cNvSpPr>
          <p:nvPr>
            <p:ph type="ftr" idx="11"/>
          </p:nvPr>
        </p:nvSpPr>
        <p:spPr>
          <a:xfrm>
            <a:off x="246421" y="6391192"/>
            <a:ext cx="4156075" cy="2266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550" b="0" i="0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4"/>
          <p:cNvSpPr txBox="1">
            <a:spLocks noGrp="1"/>
          </p:cNvSpPr>
          <p:nvPr>
            <p:ph type="dt" idx="10"/>
          </p:nvPr>
        </p:nvSpPr>
        <p:spPr>
          <a:xfrm>
            <a:off x="6442383" y="6391192"/>
            <a:ext cx="435609" cy="2266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550" b="0" i="0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4"/>
          <p:cNvSpPr txBox="1">
            <a:spLocks noGrp="1"/>
          </p:cNvSpPr>
          <p:nvPr>
            <p:ph type="sldNum" idx="12"/>
          </p:nvPr>
        </p:nvSpPr>
        <p:spPr>
          <a:xfrm>
            <a:off x="10015872" y="6389596"/>
            <a:ext cx="18034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0005" marR="0" lvl="0" indent="0" algn="l">
              <a:lnSpc>
                <a:spcPct val="103870"/>
              </a:lnSpc>
              <a:spcBef>
                <a:spcPts val="0"/>
              </a:spcBef>
              <a:buNone/>
              <a:defRPr sz="155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40005" marR="0" lvl="1" indent="0" algn="l">
              <a:lnSpc>
                <a:spcPct val="103870"/>
              </a:lnSpc>
              <a:spcBef>
                <a:spcPts val="0"/>
              </a:spcBef>
              <a:buNone/>
              <a:defRPr sz="155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40005" marR="0" lvl="2" indent="0" algn="l">
              <a:lnSpc>
                <a:spcPct val="103870"/>
              </a:lnSpc>
              <a:spcBef>
                <a:spcPts val="0"/>
              </a:spcBef>
              <a:buNone/>
              <a:defRPr sz="155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40005" marR="0" lvl="3" indent="0" algn="l">
              <a:lnSpc>
                <a:spcPct val="103870"/>
              </a:lnSpc>
              <a:spcBef>
                <a:spcPts val="0"/>
              </a:spcBef>
              <a:buNone/>
              <a:defRPr sz="155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40005" marR="0" lvl="4" indent="0" algn="l">
              <a:lnSpc>
                <a:spcPct val="103870"/>
              </a:lnSpc>
              <a:spcBef>
                <a:spcPts val="0"/>
              </a:spcBef>
              <a:buNone/>
              <a:defRPr sz="155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40005" marR="0" lvl="5" indent="0" algn="l">
              <a:lnSpc>
                <a:spcPct val="103870"/>
              </a:lnSpc>
              <a:spcBef>
                <a:spcPts val="0"/>
              </a:spcBef>
              <a:buNone/>
              <a:defRPr sz="155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40005" marR="0" lvl="6" indent="0" algn="l">
              <a:lnSpc>
                <a:spcPct val="103870"/>
              </a:lnSpc>
              <a:spcBef>
                <a:spcPts val="0"/>
              </a:spcBef>
              <a:buNone/>
              <a:defRPr sz="155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40005" marR="0" lvl="7" indent="0" algn="l">
              <a:lnSpc>
                <a:spcPct val="103870"/>
              </a:lnSpc>
              <a:spcBef>
                <a:spcPts val="0"/>
              </a:spcBef>
              <a:buNone/>
              <a:defRPr sz="155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0005" marR="0" lvl="8" indent="0" algn="l">
              <a:lnSpc>
                <a:spcPct val="103870"/>
              </a:lnSpc>
              <a:spcBef>
                <a:spcPts val="0"/>
              </a:spcBef>
              <a:buNone/>
              <a:defRPr sz="155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40005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>
  <p:cSld name="Two Content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5"/>
          <p:cNvSpPr txBox="1">
            <a:spLocks noGrp="1"/>
          </p:cNvSpPr>
          <p:nvPr>
            <p:ph type="title"/>
          </p:nvPr>
        </p:nvSpPr>
        <p:spPr>
          <a:xfrm>
            <a:off x="203754" y="3222761"/>
            <a:ext cx="10285891" cy="9867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3150" b="1" i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5"/>
          <p:cNvSpPr txBox="1">
            <a:spLocks noGrp="1"/>
          </p:cNvSpPr>
          <p:nvPr>
            <p:ph type="body" idx="1"/>
          </p:nvPr>
        </p:nvSpPr>
        <p:spPr>
          <a:xfrm>
            <a:off x="534670" y="1739455"/>
            <a:ext cx="4651629" cy="49914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5"/>
          <p:cNvSpPr txBox="1">
            <a:spLocks noGrp="1"/>
          </p:cNvSpPr>
          <p:nvPr>
            <p:ph type="body" idx="2"/>
          </p:nvPr>
        </p:nvSpPr>
        <p:spPr>
          <a:xfrm>
            <a:off x="5507101" y="1739455"/>
            <a:ext cx="4651629" cy="49914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5"/>
          <p:cNvSpPr txBox="1">
            <a:spLocks noGrp="1"/>
          </p:cNvSpPr>
          <p:nvPr>
            <p:ph type="ftr" idx="11"/>
          </p:nvPr>
        </p:nvSpPr>
        <p:spPr>
          <a:xfrm>
            <a:off x="246421" y="6391192"/>
            <a:ext cx="4156075" cy="2266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550" b="0" i="0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5"/>
          <p:cNvSpPr txBox="1">
            <a:spLocks noGrp="1"/>
          </p:cNvSpPr>
          <p:nvPr>
            <p:ph type="dt" idx="10"/>
          </p:nvPr>
        </p:nvSpPr>
        <p:spPr>
          <a:xfrm>
            <a:off x="6442383" y="6391192"/>
            <a:ext cx="435609" cy="2266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550" b="0" i="0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5"/>
          <p:cNvSpPr txBox="1">
            <a:spLocks noGrp="1"/>
          </p:cNvSpPr>
          <p:nvPr>
            <p:ph type="sldNum" idx="12"/>
          </p:nvPr>
        </p:nvSpPr>
        <p:spPr>
          <a:xfrm>
            <a:off x="10015872" y="6389596"/>
            <a:ext cx="18034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0005" marR="0" lvl="0" indent="0" algn="l">
              <a:lnSpc>
                <a:spcPct val="103870"/>
              </a:lnSpc>
              <a:spcBef>
                <a:spcPts val="0"/>
              </a:spcBef>
              <a:buNone/>
              <a:defRPr sz="155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40005" marR="0" lvl="1" indent="0" algn="l">
              <a:lnSpc>
                <a:spcPct val="103870"/>
              </a:lnSpc>
              <a:spcBef>
                <a:spcPts val="0"/>
              </a:spcBef>
              <a:buNone/>
              <a:defRPr sz="155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40005" marR="0" lvl="2" indent="0" algn="l">
              <a:lnSpc>
                <a:spcPct val="103870"/>
              </a:lnSpc>
              <a:spcBef>
                <a:spcPts val="0"/>
              </a:spcBef>
              <a:buNone/>
              <a:defRPr sz="155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40005" marR="0" lvl="3" indent="0" algn="l">
              <a:lnSpc>
                <a:spcPct val="103870"/>
              </a:lnSpc>
              <a:spcBef>
                <a:spcPts val="0"/>
              </a:spcBef>
              <a:buNone/>
              <a:defRPr sz="155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40005" marR="0" lvl="4" indent="0" algn="l">
              <a:lnSpc>
                <a:spcPct val="103870"/>
              </a:lnSpc>
              <a:spcBef>
                <a:spcPts val="0"/>
              </a:spcBef>
              <a:buNone/>
              <a:defRPr sz="155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40005" marR="0" lvl="5" indent="0" algn="l">
              <a:lnSpc>
                <a:spcPct val="103870"/>
              </a:lnSpc>
              <a:spcBef>
                <a:spcPts val="0"/>
              </a:spcBef>
              <a:buNone/>
              <a:defRPr sz="155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40005" marR="0" lvl="6" indent="0" algn="l">
              <a:lnSpc>
                <a:spcPct val="103870"/>
              </a:lnSpc>
              <a:spcBef>
                <a:spcPts val="0"/>
              </a:spcBef>
              <a:buNone/>
              <a:defRPr sz="155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40005" marR="0" lvl="7" indent="0" algn="l">
              <a:lnSpc>
                <a:spcPct val="103870"/>
              </a:lnSpc>
              <a:spcBef>
                <a:spcPts val="0"/>
              </a:spcBef>
              <a:buNone/>
              <a:defRPr sz="155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0005" marR="0" lvl="8" indent="0" algn="l">
              <a:lnSpc>
                <a:spcPct val="103870"/>
              </a:lnSpc>
              <a:spcBef>
                <a:spcPts val="0"/>
              </a:spcBef>
              <a:buNone/>
              <a:defRPr sz="155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40005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6"/>
          <p:cNvSpPr txBox="1">
            <a:spLocks noGrp="1"/>
          </p:cNvSpPr>
          <p:nvPr>
            <p:ph type="ftr" idx="11"/>
          </p:nvPr>
        </p:nvSpPr>
        <p:spPr>
          <a:xfrm>
            <a:off x="246421" y="6391192"/>
            <a:ext cx="4156075" cy="2266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550" b="0" i="0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6"/>
          <p:cNvSpPr txBox="1">
            <a:spLocks noGrp="1"/>
          </p:cNvSpPr>
          <p:nvPr>
            <p:ph type="dt" idx="10"/>
          </p:nvPr>
        </p:nvSpPr>
        <p:spPr>
          <a:xfrm>
            <a:off x="6442383" y="6391192"/>
            <a:ext cx="435609" cy="2266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550" b="0" i="0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6"/>
          <p:cNvSpPr txBox="1">
            <a:spLocks noGrp="1"/>
          </p:cNvSpPr>
          <p:nvPr>
            <p:ph type="sldNum" idx="12"/>
          </p:nvPr>
        </p:nvSpPr>
        <p:spPr>
          <a:xfrm>
            <a:off x="10015872" y="6389596"/>
            <a:ext cx="18034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0005" marR="0" lvl="0" indent="0" algn="l">
              <a:lnSpc>
                <a:spcPct val="103870"/>
              </a:lnSpc>
              <a:spcBef>
                <a:spcPts val="0"/>
              </a:spcBef>
              <a:buNone/>
              <a:defRPr sz="155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40005" marR="0" lvl="1" indent="0" algn="l">
              <a:lnSpc>
                <a:spcPct val="103870"/>
              </a:lnSpc>
              <a:spcBef>
                <a:spcPts val="0"/>
              </a:spcBef>
              <a:buNone/>
              <a:defRPr sz="155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40005" marR="0" lvl="2" indent="0" algn="l">
              <a:lnSpc>
                <a:spcPct val="103870"/>
              </a:lnSpc>
              <a:spcBef>
                <a:spcPts val="0"/>
              </a:spcBef>
              <a:buNone/>
              <a:defRPr sz="155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40005" marR="0" lvl="3" indent="0" algn="l">
              <a:lnSpc>
                <a:spcPct val="103870"/>
              </a:lnSpc>
              <a:spcBef>
                <a:spcPts val="0"/>
              </a:spcBef>
              <a:buNone/>
              <a:defRPr sz="155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40005" marR="0" lvl="4" indent="0" algn="l">
              <a:lnSpc>
                <a:spcPct val="103870"/>
              </a:lnSpc>
              <a:spcBef>
                <a:spcPts val="0"/>
              </a:spcBef>
              <a:buNone/>
              <a:defRPr sz="155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40005" marR="0" lvl="5" indent="0" algn="l">
              <a:lnSpc>
                <a:spcPct val="103870"/>
              </a:lnSpc>
              <a:spcBef>
                <a:spcPts val="0"/>
              </a:spcBef>
              <a:buNone/>
              <a:defRPr sz="155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40005" marR="0" lvl="6" indent="0" algn="l">
              <a:lnSpc>
                <a:spcPct val="103870"/>
              </a:lnSpc>
              <a:spcBef>
                <a:spcPts val="0"/>
              </a:spcBef>
              <a:buNone/>
              <a:defRPr sz="155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40005" marR="0" lvl="7" indent="0" algn="l">
              <a:lnSpc>
                <a:spcPct val="103870"/>
              </a:lnSpc>
              <a:spcBef>
                <a:spcPts val="0"/>
              </a:spcBef>
              <a:buNone/>
              <a:defRPr sz="155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0005" marR="0" lvl="8" indent="0" algn="l">
              <a:lnSpc>
                <a:spcPct val="103870"/>
              </a:lnSpc>
              <a:spcBef>
                <a:spcPts val="0"/>
              </a:spcBef>
              <a:buNone/>
              <a:defRPr sz="155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40005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jp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oogle Shape;6;p1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0" y="772668"/>
            <a:ext cx="10692384" cy="71323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Google Shape;7;p1"/>
          <p:cNvSpPr txBox="1">
            <a:spLocks noGrp="1"/>
          </p:cNvSpPr>
          <p:nvPr>
            <p:ph type="title"/>
          </p:nvPr>
        </p:nvSpPr>
        <p:spPr>
          <a:xfrm>
            <a:off x="203754" y="3222761"/>
            <a:ext cx="10285891" cy="9867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150" b="1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body" idx="1"/>
          </p:nvPr>
        </p:nvSpPr>
        <p:spPr>
          <a:xfrm>
            <a:off x="4880839" y="2188514"/>
            <a:ext cx="5476875" cy="2549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55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246421" y="6391192"/>
            <a:ext cx="4156075" cy="2266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55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dt" idx="10"/>
          </p:nvPr>
        </p:nvSpPr>
        <p:spPr>
          <a:xfrm>
            <a:off x="6442383" y="6391192"/>
            <a:ext cx="435609" cy="2266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55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sldNum" idx="12"/>
          </p:nvPr>
        </p:nvSpPr>
        <p:spPr>
          <a:xfrm>
            <a:off x="10015872" y="6389596"/>
            <a:ext cx="18034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0005" marR="0" lvl="0" indent="0" algn="l" rtl="0">
              <a:lnSpc>
                <a:spcPct val="103870"/>
              </a:lnSpc>
              <a:spcBef>
                <a:spcPts val="0"/>
              </a:spcBef>
              <a:buNone/>
              <a:defRPr sz="155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40005" marR="0" lvl="1" indent="0" algn="l" rtl="0">
              <a:lnSpc>
                <a:spcPct val="103870"/>
              </a:lnSpc>
              <a:spcBef>
                <a:spcPts val="0"/>
              </a:spcBef>
              <a:buNone/>
              <a:defRPr sz="155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40005" marR="0" lvl="2" indent="0" algn="l" rtl="0">
              <a:lnSpc>
                <a:spcPct val="103870"/>
              </a:lnSpc>
              <a:spcBef>
                <a:spcPts val="0"/>
              </a:spcBef>
              <a:buNone/>
              <a:defRPr sz="155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40005" marR="0" lvl="3" indent="0" algn="l" rtl="0">
              <a:lnSpc>
                <a:spcPct val="103870"/>
              </a:lnSpc>
              <a:spcBef>
                <a:spcPts val="0"/>
              </a:spcBef>
              <a:buNone/>
              <a:defRPr sz="155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40005" marR="0" lvl="4" indent="0" algn="l" rtl="0">
              <a:lnSpc>
                <a:spcPct val="103870"/>
              </a:lnSpc>
              <a:spcBef>
                <a:spcPts val="0"/>
              </a:spcBef>
              <a:buNone/>
              <a:defRPr sz="155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40005" marR="0" lvl="5" indent="0" algn="l" rtl="0">
              <a:lnSpc>
                <a:spcPct val="103870"/>
              </a:lnSpc>
              <a:spcBef>
                <a:spcPts val="0"/>
              </a:spcBef>
              <a:buNone/>
              <a:defRPr sz="155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40005" marR="0" lvl="6" indent="0" algn="l" rtl="0">
              <a:lnSpc>
                <a:spcPct val="103870"/>
              </a:lnSpc>
              <a:spcBef>
                <a:spcPts val="0"/>
              </a:spcBef>
              <a:buNone/>
              <a:defRPr sz="155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40005" marR="0" lvl="7" indent="0" algn="l" rtl="0">
              <a:lnSpc>
                <a:spcPct val="103870"/>
              </a:lnSpc>
              <a:spcBef>
                <a:spcPts val="0"/>
              </a:spcBef>
              <a:buNone/>
              <a:defRPr sz="155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0005" marR="0" lvl="8" indent="0" algn="l" rtl="0">
              <a:lnSpc>
                <a:spcPct val="103870"/>
              </a:lnSpc>
              <a:spcBef>
                <a:spcPts val="0"/>
              </a:spcBef>
              <a:buNone/>
              <a:defRPr sz="155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40005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1" r:id="rId3"/>
    <p:sldLayoutId id="2147483652" r:id="rId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jpg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1111/jam.15460" TargetMode="External"/><Relationship Id="rId2" Type="http://schemas.openxmlformats.org/officeDocument/2006/relationships/hyperlink" Target="https://hdl.handle.net/20.500.14414/17611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doi.org/10.1155/2023/4982399" TargetMode="Externa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://agro.icm.edu.pl/agro/element/bwmeta1.element.agro-a6c704fd-061e-4c7e-bbcd-add4213ad0fe" TargetMode="External"/><Relationship Id="rId2" Type="http://schemas.openxmlformats.org/officeDocument/2006/relationships/hyperlink" Target="https://doi.org/10.1016/B978-0-12-386899-2.00006-3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doi.org/10.3390/agronomy14071341" TargetMode="External"/><Relationship Id="rId4" Type="http://schemas.openxmlformats.org/officeDocument/2006/relationships/hyperlink" Target="https://ri.ujat.mx/handle/200.500.12107/4470" TargetMode="Externa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Google Shape;46;p7"/>
          <p:cNvGrpSpPr/>
          <p:nvPr/>
        </p:nvGrpSpPr>
        <p:grpSpPr>
          <a:xfrm>
            <a:off x="1016" y="257862"/>
            <a:ext cx="10692384" cy="6013703"/>
            <a:chOff x="0" y="772668"/>
            <a:chExt cx="10692384" cy="6013703"/>
          </a:xfrm>
        </p:grpSpPr>
        <p:pic>
          <p:nvPicPr>
            <p:cNvPr id="47" name="Google Shape;47;p7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0" y="772668"/>
              <a:ext cx="10692384" cy="6013703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8" name="Google Shape;48;p7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0" y="2705100"/>
              <a:ext cx="10692384" cy="1708403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9" name="Google Shape;49;p7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3957827" y="1504187"/>
              <a:ext cx="2485643" cy="690371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50" name="Google Shape;50;p7"/>
          <p:cNvSpPr txBox="1"/>
          <p:nvPr/>
        </p:nvSpPr>
        <p:spPr>
          <a:xfrm>
            <a:off x="933133" y="4269271"/>
            <a:ext cx="1418590" cy="3359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700" rIns="0" bIns="0" anchor="t" anchorCtr="0">
            <a:spAutoFit/>
          </a:bodyPr>
          <a:lstStyle/>
          <a:p>
            <a:pPr marL="127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MX" sz="2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Alumno</a:t>
            </a:r>
            <a:r>
              <a:rPr lang="en-US" sz="2100" b="1" i="0" u="none" strike="noStrike" cap="none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:</a:t>
            </a:r>
            <a:endParaRPr sz="2100" b="1" i="0" u="none" strike="noStrike" cap="none" dirty="0"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  <a:sym typeface="Times New Roman"/>
            </a:endParaRPr>
          </a:p>
        </p:txBody>
      </p:sp>
      <p:sp>
        <p:nvSpPr>
          <p:cNvPr id="51" name="Google Shape;51;p7"/>
          <p:cNvSpPr txBox="1"/>
          <p:nvPr/>
        </p:nvSpPr>
        <p:spPr>
          <a:xfrm>
            <a:off x="10079976" y="7153192"/>
            <a:ext cx="179100" cy="23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12700">
              <a:lnSpc>
                <a:spcPct val="106666"/>
              </a:lnSpc>
              <a:buSzPts val="1400"/>
              <a:buNone/>
              <a:defRPr sz="1800">
                <a:solidFill>
                  <a:srgbClr val="898989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defRPr>
            </a:lvl1pPr>
            <a:lvl2pPr>
              <a:buSzPts val="1400"/>
              <a:buNone/>
              <a:defRPr sz="1800"/>
            </a:lvl2pPr>
            <a:lvl3pPr>
              <a:buSzPts val="1400"/>
              <a:buNone/>
              <a:defRPr sz="1800"/>
            </a:lvl3pPr>
            <a:lvl4pPr>
              <a:buSzPts val="1400"/>
              <a:buNone/>
              <a:defRPr sz="1800"/>
            </a:lvl4pPr>
            <a:lvl5pPr>
              <a:buSzPts val="1400"/>
              <a:buNone/>
              <a:defRPr sz="1800"/>
            </a:lvl5pPr>
            <a:lvl6pPr>
              <a:buSzPts val="1400"/>
              <a:buNone/>
              <a:defRPr sz="1800"/>
            </a:lvl6pPr>
            <a:lvl7pPr>
              <a:buSzPts val="1400"/>
              <a:buNone/>
              <a:defRPr sz="1800"/>
            </a:lvl7pPr>
            <a:lvl8pPr>
              <a:buSzPts val="1400"/>
              <a:buNone/>
              <a:defRPr sz="1800"/>
            </a:lvl8pPr>
            <a:lvl9pPr>
              <a:buSzPts val="1400"/>
              <a:buNone/>
              <a:defRPr sz="1800"/>
            </a:lvl9pPr>
          </a:lstStyle>
          <a:p>
            <a:fld id="{00000000-1234-1234-1234-123412341234}" type="slidenum">
              <a:rPr lang="en-US"/>
              <a:pPr/>
              <a:t>1</a:t>
            </a:fld>
            <a:endParaRPr dirty="0"/>
          </a:p>
        </p:txBody>
      </p:sp>
      <p:sp>
        <p:nvSpPr>
          <p:cNvPr id="52" name="Google Shape;52;p7"/>
          <p:cNvSpPr txBox="1">
            <a:spLocks noGrp="1"/>
          </p:cNvSpPr>
          <p:nvPr>
            <p:ph type="ftr" idx="11"/>
          </p:nvPr>
        </p:nvSpPr>
        <p:spPr>
          <a:xfrm>
            <a:off x="246421" y="7153193"/>
            <a:ext cx="1156710" cy="2963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06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Tesis I</a:t>
            </a:r>
            <a:endParaRPr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3" name="Google Shape;53;p7"/>
          <p:cNvSpPr txBox="1">
            <a:spLocks noGrp="1"/>
          </p:cNvSpPr>
          <p:nvPr>
            <p:ph type="dt" idx="10"/>
          </p:nvPr>
        </p:nvSpPr>
        <p:spPr>
          <a:xfrm>
            <a:off x="5201664" y="7095329"/>
            <a:ext cx="715162" cy="2963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>
              <a:lnSpc>
                <a:spcPct val="106666"/>
              </a:lnSpc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2025</a:t>
            </a:r>
            <a:endParaRPr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4" name="Google Shape;54;p7"/>
          <p:cNvSpPr txBox="1"/>
          <p:nvPr/>
        </p:nvSpPr>
        <p:spPr>
          <a:xfrm>
            <a:off x="2464531" y="4267639"/>
            <a:ext cx="3399300" cy="658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20320" marR="5080" lvl="0" indent="-8255" algn="l" rtl="0">
              <a:lnSpc>
                <a:spcPct val="100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dirty="0">
                <a:latin typeface="Times New Roman"/>
                <a:ea typeface="Times New Roman"/>
                <a:cs typeface="Times New Roman"/>
                <a:sym typeface="Times New Roman"/>
              </a:rPr>
              <a:t>Edwin Mondragon Herrera</a:t>
            </a:r>
            <a:endParaRPr sz="210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12065" marR="5080" lvl="0" indent="0" algn="l" rtl="0">
              <a:lnSpc>
                <a:spcPct val="1002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100"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55" name="Google Shape;55;p7"/>
          <p:cNvSpPr txBox="1"/>
          <p:nvPr/>
        </p:nvSpPr>
        <p:spPr>
          <a:xfrm>
            <a:off x="933133" y="5270452"/>
            <a:ext cx="1133110" cy="335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700" rIns="0" bIns="0" anchor="t" anchorCtr="0">
            <a:spAutoFit/>
          </a:bodyPr>
          <a:lstStyle/>
          <a:p>
            <a:pPr marL="127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dirty="0" err="1">
                <a:latin typeface="Times New Roman"/>
                <a:ea typeface="Times New Roman"/>
                <a:cs typeface="Times New Roman"/>
                <a:sym typeface="Times New Roman"/>
              </a:rPr>
              <a:t>Docente</a:t>
            </a:r>
            <a:r>
              <a:rPr lang="en-US" sz="2100" b="1" i="0" u="none" strike="noStrike" cap="none" dirty="0">
                <a:latin typeface="Times New Roman"/>
                <a:ea typeface="Times New Roman"/>
                <a:cs typeface="Times New Roman"/>
                <a:sym typeface="Times New Roman"/>
              </a:rPr>
              <a:t>:</a:t>
            </a:r>
            <a:endParaRPr sz="2100" b="0" i="0" u="none" strike="noStrike" cap="none"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56" name="Google Shape;56;p7"/>
          <p:cNvSpPr txBox="1"/>
          <p:nvPr/>
        </p:nvSpPr>
        <p:spPr>
          <a:xfrm>
            <a:off x="2464531" y="5270452"/>
            <a:ext cx="3037635" cy="3359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700" rIns="0" bIns="0" anchor="t" anchorCtr="0">
            <a:spAutoFit/>
          </a:bodyPr>
          <a:lstStyle/>
          <a:p>
            <a:pPr marL="127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MX"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Flavio Lozano Isla</a:t>
            </a:r>
            <a:endParaRPr sz="2100" dirty="0">
              <a:latin typeface="Times New Roman" panose="02020603050405020304" pitchFamily="18" charset="0"/>
              <a:cs typeface="Times New Roman" panose="02020603050405020304" pitchFamily="18" charset="0"/>
              <a:sym typeface="Times New Roman"/>
            </a:endParaRPr>
          </a:p>
        </p:txBody>
      </p:sp>
      <p:sp>
        <p:nvSpPr>
          <p:cNvPr id="57" name="Google Shape;57;p7"/>
          <p:cNvSpPr txBox="1"/>
          <p:nvPr/>
        </p:nvSpPr>
        <p:spPr>
          <a:xfrm>
            <a:off x="8020300" y="5703479"/>
            <a:ext cx="2469300" cy="25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12700" indent="0">
              <a:lnSpc>
                <a:spcPct val="106666"/>
              </a:lnSpc>
              <a:buSzPts val="1400"/>
              <a:buNone/>
              <a:defRPr sz="1800">
                <a:solidFill>
                  <a:srgbClr val="898989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defRPr>
            </a:lvl1pPr>
            <a:lvl2pPr>
              <a:buSzPts val="1400"/>
              <a:buNone/>
              <a:defRPr sz="1800"/>
            </a:lvl2pPr>
            <a:lvl3pPr>
              <a:buSzPts val="1400"/>
              <a:buNone/>
              <a:defRPr sz="1800"/>
            </a:lvl3pPr>
            <a:lvl4pPr>
              <a:buSzPts val="1400"/>
              <a:buNone/>
              <a:defRPr sz="1800"/>
            </a:lvl4pPr>
            <a:lvl5pPr>
              <a:buSzPts val="1400"/>
              <a:buNone/>
              <a:defRPr sz="1800"/>
            </a:lvl5pPr>
            <a:lvl6pPr>
              <a:buSzPts val="1400"/>
              <a:buNone/>
              <a:defRPr sz="1800"/>
            </a:lvl6pPr>
            <a:lvl7pPr>
              <a:buSzPts val="1400"/>
              <a:buNone/>
              <a:defRPr sz="1800"/>
            </a:lvl7pPr>
            <a:lvl8pPr>
              <a:buSzPts val="1400"/>
              <a:buNone/>
              <a:defRPr sz="1800"/>
            </a:lvl8pPr>
            <a:lvl9pPr>
              <a:buSzPts val="1400"/>
              <a:buNone/>
              <a:defRPr sz="1800"/>
            </a:lvl9pPr>
          </a:lstStyle>
          <a:p>
            <a:r>
              <a:rPr lang="en-US" dirty="0">
                <a:sym typeface="Times New Roman"/>
              </a:rPr>
              <a:t>Chachapoyas, 2025</a:t>
            </a:r>
            <a:endParaRPr dirty="0">
              <a:sym typeface="Times New Roman"/>
            </a:endParaRPr>
          </a:p>
        </p:txBody>
      </p:sp>
      <p:sp>
        <p:nvSpPr>
          <p:cNvPr id="58" name="Google Shape;58;p7"/>
          <p:cNvSpPr txBox="1">
            <a:spLocks noGrp="1"/>
          </p:cNvSpPr>
          <p:nvPr>
            <p:ph type="title"/>
          </p:nvPr>
        </p:nvSpPr>
        <p:spPr>
          <a:xfrm>
            <a:off x="203800" y="2387155"/>
            <a:ext cx="10285800" cy="16754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3325" rIns="0" bIns="0" anchor="t" anchorCtr="0">
            <a:spAutoFit/>
          </a:bodyPr>
          <a:lstStyle/>
          <a:p>
            <a:pPr marL="1187450" marR="5080" lvl="0" indent="-117538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2700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Aislados nativos de </a:t>
            </a:r>
            <a:r>
              <a:rPr lang="es-PE" sz="2700" b="0" i="1" dirty="0" err="1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Metarhizium</a:t>
            </a:r>
            <a:r>
              <a:rPr lang="es-PE" sz="2700" b="0" i="1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PE" sz="2700" b="0" dirty="0" err="1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spp</a:t>
            </a:r>
            <a:r>
              <a:rPr lang="es-PE" sz="2700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 con potencial de </a:t>
            </a:r>
            <a:r>
              <a:rPr lang="es-PE" sz="2700" b="0" i="0" dirty="0" err="1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biocontrol</a:t>
            </a:r>
            <a:r>
              <a:rPr lang="es-PE" sz="2700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sobre el picudo rayado del plátano (</a:t>
            </a:r>
            <a:r>
              <a:rPr lang="es-PE" sz="2700" b="0" i="1" dirty="0" err="1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Metamasius</a:t>
            </a:r>
            <a:r>
              <a:rPr lang="es-PE" sz="2700" b="0" i="1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PE" sz="2700" b="0" i="1" dirty="0" err="1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hemipterus</a:t>
            </a:r>
            <a:r>
              <a:rPr lang="es-PE" sz="2700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) en </a:t>
            </a:r>
            <a:r>
              <a:rPr lang="es-PE" sz="2700" b="0" i="0" dirty="0" err="1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Ñunya</a:t>
            </a:r>
            <a:r>
              <a:rPr lang="es-PE" sz="2700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Jalca, Amazonas</a:t>
            </a:r>
            <a:r>
              <a:rPr lang="es-PE" sz="27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br>
              <a:rPr lang="es-PE" sz="27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sz="27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4207"/>
    </mc:Choice>
    <mc:Fallback xmlns="">
      <p:transition spd="slow" advTm="24207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">
          <a:extLst>
            <a:ext uri="{FF2B5EF4-FFF2-40B4-BE49-F238E27FC236}">
              <a16:creationId xmlns:a16="http://schemas.microsoft.com/office/drawing/2014/main" id="{29EC9118-EFB5-D81A-9836-4F4409C390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51;p7">
            <a:extLst>
              <a:ext uri="{FF2B5EF4-FFF2-40B4-BE49-F238E27FC236}">
                <a16:creationId xmlns:a16="http://schemas.microsoft.com/office/drawing/2014/main" id="{A8A1DFDD-0BED-80F9-B315-8A0BB2C05853}"/>
              </a:ext>
            </a:extLst>
          </p:cNvPr>
          <p:cNvSpPr txBox="1"/>
          <p:nvPr/>
        </p:nvSpPr>
        <p:spPr>
          <a:xfrm>
            <a:off x="10079976" y="7153192"/>
            <a:ext cx="179100" cy="2963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12700">
              <a:lnSpc>
                <a:spcPct val="106666"/>
              </a:lnSpc>
              <a:buSzPts val="1400"/>
              <a:buNone/>
              <a:defRPr sz="1800">
                <a:solidFill>
                  <a:srgbClr val="898989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defRPr>
            </a:lvl1pPr>
            <a:lvl2pPr>
              <a:buSzPts val="1400"/>
              <a:buNone/>
              <a:defRPr sz="1800"/>
            </a:lvl2pPr>
            <a:lvl3pPr>
              <a:buSzPts val="1400"/>
              <a:buNone/>
              <a:defRPr sz="1800"/>
            </a:lvl3pPr>
            <a:lvl4pPr>
              <a:buSzPts val="1400"/>
              <a:buNone/>
              <a:defRPr sz="1800"/>
            </a:lvl4pPr>
            <a:lvl5pPr>
              <a:buSzPts val="1400"/>
              <a:buNone/>
              <a:defRPr sz="1800"/>
            </a:lvl5pPr>
            <a:lvl6pPr>
              <a:buSzPts val="1400"/>
              <a:buNone/>
              <a:defRPr sz="1800"/>
            </a:lvl6pPr>
            <a:lvl7pPr>
              <a:buSzPts val="1400"/>
              <a:buNone/>
              <a:defRPr sz="1800"/>
            </a:lvl7pPr>
            <a:lvl8pPr>
              <a:buSzPts val="1400"/>
              <a:buNone/>
              <a:defRPr sz="1800"/>
            </a:lvl8pPr>
            <a:lvl9pPr>
              <a:buSzPts val="1400"/>
              <a:buNone/>
              <a:defRPr sz="1800"/>
            </a:lvl9pPr>
          </a:lstStyle>
          <a:p>
            <a:fld id="{00000000-1234-1234-1234-123412341234}" type="slidenum">
              <a:rPr lang="en-US"/>
              <a:pPr/>
              <a:t>2</a:t>
            </a:fld>
            <a:endParaRPr dirty="0"/>
          </a:p>
        </p:txBody>
      </p:sp>
      <p:sp>
        <p:nvSpPr>
          <p:cNvPr id="3" name="Google Shape;52;p7">
            <a:extLst>
              <a:ext uri="{FF2B5EF4-FFF2-40B4-BE49-F238E27FC236}">
                <a16:creationId xmlns:a16="http://schemas.microsoft.com/office/drawing/2014/main" id="{CCBAC218-C16A-9911-F861-3DCEFF6476F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246421" y="7153193"/>
            <a:ext cx="1156710" cy="2963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06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Tesis I</a:t>
            </a:r>
            <a:endParaRPr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Google Shape;53;p7">
            <a:extLst>
              <a:ext uri="{FF2B5EF4-FFF2-40B4-BE49-F238E27FC236}">
                <a16:creationId xmlns:a16="http://schemas.microsoft.com/office/drawing/2014/main" id="{079EFBF2-2B44-40BA-0A7C-B24B75FDC5CA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5201664" y="7095329"/>
            <a:ext cx="715162" cy="2963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>
              <a:lnSpc>
                <a:spcPct val="106666"/>
              </a:lnSpc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2025</a:t>
            </a:r>
            <a:endParaRPr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0C91F1CA-87D6-C55D-2AB2-E29E5A17B212}"/>
              </a:ext>
            </a:extLst>
          </p:cNvPr>
          <p:cNvSpPr txBox="1"/>
          <p:nvPr/>
        </p:nvSpPr>
        <p:spPr>
          <a:xfrm>
            <a:off x="502679" y="1524224"/>
            <a:ext cx="9944300" cy="63267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s-MX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Baró et al. (2022) </a:t>
            </a: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 su investigación, caracterizaron seis aislados fúngicos del género </a:t>
            </a:r>
            <a:r>
              <a:rPr lang="es-MX" sz="16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Metarhizium</a:t>
            </a: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provenientes de insectos y suelos en Cuba, con el objetivo de identificar su potencial como agentes de control biológico contra </a:t>
            </a:r>
            <a:r>
              <a:rPr lang="es-MX" sz="16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Cylas</a:t>
            </a:r>
            <a:r>
              <a:rPr lang="es-MX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MX" sz="16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formicarius</a:t>
            </a: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plaga de la papa.</a:t>
            </a:r>
          </a:p>
          <a:p>
            <a:pPr algn="just">
              <a:lnSpc>
                <a:spcPct val="150000"/>
              </a:lnSpc>
            </a:pPr>
            <a:endParaRPr lang="es-MX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 su investigación </a:t>
            </a:r>
            <a:r>
              <a:rPr lang="es-MX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Mayo (2024)</a:t>
            </a: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aisló cinco cepas nativas de </a:t>
            </a:r>
            <a:r>
              <a:rPr lang="es-MX" sz="16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Metarhizium</a:t>
            </a: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MX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sp</a:t>
            </a: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con el objetivo de identificar y seleccionar aislamientos con potencial de </a:t>
            </a:r>
            <a:r>
              <a:rPr lang="es-MX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biocontrol</a:t>
            </a: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contra la chinche negra del cacao (</a:t>
            </a:r>
            <a:r>
              <a:rPr lang="es-MX" sz="16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Antiteuchus</a:t>
            </a:r>
            <a:r>
              <a:rPr lang="es-MX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MX" sz="16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tripterus</a:t>
            </a: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en Tabasco, México. Realizó la caracterización morfológica, molecular, fisiológica y patogénica de los aislamientos. Además, se estudió el crecimiento micelial, la germinación y la producción de conidios en medio SDA a temperaturas de 25, 30 y 35 °C.</a:t>
            </a:r>
          </a:p>
          <a:p>
            <a:pPr algn="just">
              <a:lnSpc>
                <a:spcPct val="150000"/>
              </a:lnSpc>
            </a:pPr>
            <a:endParaRPr lang="es-MX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es-MX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Valle et al. (2021)</a:t>
            </a: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r>
              <a:rPr lang="es-MX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evaluaron veinte aislamientos monospóricos nativos de </a:t>
            </a:r>
            <a:r>
              <a:rPr lang="es-MX" sz="16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Metarhizium</a:t>
            </a: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MX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spp</a:t>
            </a: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aislados de suelos e insectos </a:t>
            </a:r>
            <a:r>
              <a:rPr lang="es-MX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micosados</a:t>
            </a: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en cultivos de caña de azúcar en Pastaza, Ecuador, con el objetivo de determinar su potencial </a:t>
            </a:r>
            <a:r>
              <a:rPr lang="es-MX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biocontrol</a:t>
            </a: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contra </a:t>
            </a:r>
            <a:r>
              <a:rPr lang="es-MX" sz="16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Mahanarva</a:t>
            </a:r>
            <a:r>
              <a:rPr lang="es-MX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MX" sz="16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andigena</a:t>
            </a:r>
            <a:r>
              <a:rPr lang="es-MX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(salivazo). El ensayo, diseñado completamente al azar con seis repeticiones por aislamiento, permitió identificar variabilidad significativa en parámetros como crecimiento radial, tasa de crecimiento y producción de conidios.</a:t>
            </a:r>
          </a:p>
          <a:p>
            <a:pPr algn="just">
              <a:lnSpc>
                <a:spcPct val="150000"/>
              </a:lnSpc>
            </a:pPr>
            <a:endParaRPr lang="es-MX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endParaRPr lang="es-MX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Google Shape;64;p8">
            <a:extLst>
              <a:ext uri="{FF2B5EF4-FFF2-40B4-BE49-F238E27FC236}">
                <a16:creationId xmlns:a16="http://schemas.microsoft.com/office/drawing/2014/main" id="{29B17097-9CDE-6275-A07A-8FE8719FEF1E}"/>
              </a:ext>
            </a:extLst>
          </p:cNvPr>
          <p:cNvSpPr txBox="1">
            <a:spLocks/>
          </p:cNvSpPr>
          <p:nvPr/>
        </p:nvSpPr>
        <p:spPr>
          <a:xfrm>
            <a:off x="3861914" y="842789"/>
            <a:ext cx="2969571" cy="4443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3325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150" b="1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2700"/>
            <a:r>
              <a:rPr lang="en-US" sz="2800" dirty="0" err="1">
                <a:solidFill>
                  <a:schemeClr val="bg1"/>
                </a:solidFill>
              </a:rPr>
              <a:t>Antecedentes</a:t>
            </a:r>
            <a:endParaRPr lang="en-US" sz="2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8590353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211673"/>
    </mc:Choice>
    <mc:Fallback>
      <p:transition spd="slow" advTm="211673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">
          <a:extLst>
            <a:ext uri="{FF2B5EF4-FFF2-40B4-BE49-F238E27FC236}">
              <a16:creationId xmlns:a16="http://schemas.microsoft.com/office/drawing/2014/main" id="{97CF68F2-743D-8177-A0A0-3B9BCE1B2C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51;p7">
            <a:extLst>
              <a:ext uri="{FF2B5EF4-FFF2-40B4-BE49-F238E27FC236}">
                <a16:creationId xmlns:a16="http://schemas.microsoft.com/office/drawing/2014/main" id="{2DA5AA69-ECD6-71DA-1F14-8F7FC2B4094B}"/>
              </a:ext>
            </a:extLst>
          </p:cNvPr>
          <p:cNvSpPr txBox="1"/>
          <p:nvPr/>
        </p:nvSpPr>
        <p:spPr>
          <a:xfrm>
            <a:off x="10079976" y="7153192"/>
            <a:ext cx="179100" cy="2963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12700">
              <a:lnSpc>
                <a:spcPct val="106666"/>
              </a:lnSpc>
              <a:buSzPts val="1400"/>
              <a:buNone/>
              <a:defRPr sz="1800">
                <a:solidFill>
                  <a:srgbClr val="898989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defRPr>
            </a:lvl1pPr>
            <a:lvl2pPr>
              <a:buSzPts val="1400"/>
              <a:buNone/>
              <a:defRPr sz="1800"/>
            </a:lvl2pPr>
            <a:lvl3pPr>
              <a:buSzPts val="1400"/>
              <a:buNone/>
              <a:defRPr sz="1800"/>
            </a:lvl3pPr>
            <a:lvl4pPr>
              <a:buSzPts val="1400"/>
              <a:buNone/>
              <a:defRPr sz="1800"/>
            </a:lvl4pPr>
            <a:lvl5pPr>
              <a:buSzPts val="1400"/>
              <a:buNone/>
              <a:defRPr sz="1800"/>
            </a:lvl5pPr>
            <a:lvl6pPr>
              <a:buSzPts val="1400"/>
              <a:buNone/>
              <a:defRPr sz="1800"/>
            </a:lvl6pPr>
            <a:lvl7pPr>
              <a:buSzPts val="1400"/>
              <a:buNone/>
              <a:defRPr sz="1800"/>
            </a:lvl7pPr>
            <a:lvl8pPr>
              <a:buSzPts val="1400"/>
              <a:buNone/>
              <a:defRPr sz="1800"/>
            </a:lvl8pPr>
            <a:lvl9pPr>
              <a:buSzPts val="1400"/>
              <a:buNone/>
              <a:defRPr sz="1800"/>
            </a:lvl9pPr>
          </a:lstStyle>
          <a:p>
            <a:fld id="{00000000-1234-1234-1234-123412341234}" type="slidenum">
              <a:rPr lang="en-US"/>
              <a:pPr/>
              <a:t>3</a:t>
            </a:fld>
            <a:endParaRPr dirty="0"/>
          </a:p>
        </p:txBody>
      </p:sp>
      <p:sp>
        <p:nvSpPr>
          <p:cNvPr id="3" name="Google Shape;52;p7">
            <a:extLst>
              <a:ext uri="{FF2B5EF4-FFF2-40B4-BE49-F238E27FC236}">
                <a16:creationId xmlns:a16="http://schemas.microsoft.com/office/drawing/2014/main" id="{8E7AF185-7E57-05F6-FB07-23704FC86FFA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246421" y="7153193"/>
            <a:ext cx="1156710" cy="2963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06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Tesis I</a:t>
            </a:r>
            <a:endParaRPr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Google Shape;53;p7">
            <a:extLst>
              <a:ext uri="{FF2B5EF4-FFF2-40B4-BE49-F238E27FC236}">
                <a16:creationId xmlns:a16="http://schemas.microsoft.com/office/drawing/2014/main" id="{4027D5F9-342A-A516-FD51-98F30211187F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5201664" y="7095329"/>
            <a:ext cx="715162" cy="2963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>
              <a:lnSpc>
                <a:spcPct val="106666"/>
              </a:lnSpc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2025</a:t>
            </a:r>
            <a:endParaRPr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FAEF8FBC-8A55-3015-CAC3-9D0963D593C5}"/>
              </a:ext>
            </a:extLst>
          </p:cNvPr>
          <p:cNvSpPr txBox="1"/>
          <p:nvPr/>
        </p:nvSpPr>
        <p:spPr>
          <a:xfrm>
            <a:off x="374550" y="1974220"/>
            <a:ext cx="9944300" cy="48494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s-MX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Castillo (2023)</a:t>
            </a: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r>
              <a:rPr lang="es-MX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evaluó la eficacia del hongo entomopatógeno </a:t>
            </a:r>
            <a:r>
              <a:rPr lang="es-MX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Metarhizium</a:t>
            </a: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MX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anisopliae</a:t>
            </a: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en el control de adultos de </a:t>
            </a:r>
            <a:r>
              <a:rPr lang="es-MX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Cryptocephalus</a:t>
            </a: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MX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sp</a:t>
            </a: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bajo condiciones de laboratorio. Para ello, se emplearon cuatro concentraciones del inóculo (105, 106, 107 y 108 esporas/</a:t>
            </a:r>
            <a:r>
              <a:rPr lang="es-MX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mL</a:t>
            </a: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), aplicadas en tratamientos con cinco repeticiones cada uno, utilizando 10 adultos por repetición.</a:t>
            </a:r>
            <a:endParaRPr lang="es-MX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es-MX" sz="1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Chuquibala</a:t>
            </a:r>
            <a:r>
              <a:rPr lang="es-MX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et al. (2023)</a:t>
            </a: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r>
              <a:rPr lang="es-MX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evaluaron la actividad biológica in vitro de </a:t>
            </a:r>
            <a:r>
              <a:rPr lang="es-MX" sz="16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Beauveria</a:t>
            </a:r>
            <a:r>
              <a:rPr lang="es-MX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MX" sz="16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bassiana</a:t>
            </a: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s-MX" sz="16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Beauveria</a:t>
            </a:r>
            <a:r>
              <a:rPr lang="es-MX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MX" sz="16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peruviensis</a:t>
            </a:r>
            <a:r>
              <a:rPr lang="es-MX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y </a:t>
            </a:r>
            <a:r>
              <a:rPr lang="es-MX" sz="16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Metarhizium</a:t>
            </a:r>
            <a:r>
              <a:rPr lang="es-MX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MX" sz="16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sp</a:t>
            </a: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contra </a:t>
            </a:r>
            <a:r>
              <a:rPr lang="es-MX" sz="16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Hypothenemus</a:t>
            </a:r>
            <a:r>
              <a:rPr lang="es-MX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MX" sz="16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hampei</a:t>
            </a: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mediante dos ensayos realizados en distintos momentos. Se estudiaron parámetros como la producción, viabilidad de conidios y la patogenicidad a tres concentraciones (1 x 105, 1 x 107 y 1 x 109 conidios/</a:t>
            </a:r>
            <a:r>
              <a:rPr lang="es-MX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mL</a:t>
            </a: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).</a:t>
            </a:r>
          </a:p>
          <a:p>
            <a:pPr algn="just">
              <a:lnSpc>
                <a:spcPct val="150000"/>
              </a:lnSpc>
            </a:pP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 el estudio desarrollado por </a:t>
            </a:r>
            <a:r>
              <a:rPr lang="es-MX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Oliva et al. (2024)</a:t>
            </a: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r>
              <a:rPr lang="es-MX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 aislaron y caracterizaron dieciocho cepas nativas de </a:t>
            </a:r>
            <a:r>
              <a:rPr lang="es-MX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Metarhizium</a:t>
            </a: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MX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sp</a:t>
            </a: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provenientes de muestras de suelo recolectadas en la provincia de Rodríguez de Mendoza, Perú, con el objetivo de evaluar su morfología, fisiología y capacidad patogénica.</a:t>
            </a:r>
          </a:p>
          <a:p>
            <a:pPr algn="just">
              <a:lnSpc>
                <a:spcPct val="150000"/>
              </a:lnSpc>
            </a:pPr>
            <a:endParaRPr lang="es-MX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endParaRPr lang="es-MX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Google Shape;64;p8">
            <a:extLst>
              <a:ext uri="{FF2B5EF4-FFF2-40B4-BE49-F238E27FC236}">
                <a16:creationId xmlns:a16="http://schemas.microsoft.com/office/drawing/2014/main" id="{C4F45DEE-B6E0-0F49-66EE-96B60AEB1F03}"/>
              </a:ext>
            </a:extLst>
          </p:cNvPr>
          <p:cNvSpPr txBox="1">
            <a:spLocks/>
          </p:cNvSpPr>
          <p:nvPr/>
        </p:nvSpPr>
        <p:spPr>
          <a:xfrm>
            <a:off x="4254370" y="942444"/>
            <a:ext cx="2184660" cy="4443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3325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150" b="1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2700"/>
            <a:r>
              <a:rPr lang="en-US" sz="2800" dirty="0" err="1">
                <a:solidFill>
                  <a:schemeClr val="bg1"/>
                </a:solidFill>
              </a:rPr>
              <a:t>Antecedentes</a:t>
            </a:r>
            <a:endParaRPr lang="en-US" sz="2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7820314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211673"/>
    </mc:Choice>
    <mc:Fallback>
      <p:transition spd="slow" advTm="211673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">
          <a:extLst>
            <a:ext uri="{FF2B5EF4-FFF2-40B4-BE49-F238E27FC236}">
              <a16:creationId xmlns:a16="http://schemas.microsoft.com/office/drawing/2014/main" id="{A0C85F13-D498-47AE-8A71-25D68BBDF2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51;p7">
            <a:extLst>
              <a:ext uri="{FF2B5EF4-FFF2-40B4-BE49-F238E27FC236}">
                <a16:creationId xmlns:a16="http://schemas.microsoft.com/office/drawing/2014/main" id="{D3302ABE-9060-09C2-9B5D-EF631B57E224}"/>
              </a:ext>
            </a:extLst>
          </p:cNvPr>
          <p:cNvSpPr txBox="1"/>
          <p:nvPr/>
        </p:nvSpPr>
        <p:spPr>
          <a:xfrm>
            <a:off x="10079976" y="7153192"/>
            <a:ext cx="179100" cy="2963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12700">
              <a:lnSpc>
                <a:spcPct val="106666"/>
              </a:lnSpc>
              <a:buSzPts val="1400"/>
              <a:buNone/>
              <a:defRPr sz="1800">
                <a:solidFill>
                  <a:srgbClr val="898989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defRPr>
            </a:lvl1pPr>
            <a:lvl2pPr>
              <a:buSzPts val="1400"/>
              <a:buNone/>
              <a:defRPr sz="1800"/>
            </a:lvl2pPr>
            <a:lvl3pPr>
              <a:buSzPts val="1400"/>
              <a:buNone/>
              <a:defRPr sz="1800"/>
            </a:lvl3pPr>
            <a:lvl4pPr>
              <a:buSzPts val="1400"/>
              <a:buNone/>
              <a:defRPr sz="1800"/>
            </a:lvl4pPr>
            <a:lvl5pPr>
              <a:buSzPts val="1400"/>
              <a:buNone/>
              <a:defRPr sz="1800"/>
            </a:lvl5pPr>
            <a:lvl6pPr>
              <a:buSzPts val="1400"/>
              <a:buNone/>
              <a:defRPr sz="1800"/>
            </a:lvl6pPr>
            <a:lvl7pPr>
              <a:buSzPts val="1400"/>
              <a:buNone/>
              <a:defRPr sz="1800"/>
            </a:lvl7pPr>
            <a:lvl8pPr>
              <a:buSzPts val="1400"/>
              <a:buNone/>
              <a:defRPr sz="1800"/>
            </a:lvl8pPr>
            <a:lvl9pPr>
              <a:buSzPts val="1400"/>
              <a:buNone/>
              <a:defRPr sz="1800"/>
            </a:lvl9pPr>
          </a:lstStyle>
          <a:p>
            <a:fld id="{00000000-1234-1234-1234-123412341234}" type="slidenum">
              <a:rPr lang="en-US"/>
              <a:pPr/>
              <a:t>4</a:t>
            </a:fld>
            <a:endParaRPr dirty="0"/>
          </a:p>
        </p:txBody>
      </p:sp>
      <p:sp>
        <p:nvSpPr>
          <p:cNvPr id="3" name="Google Shape;52;p7">
            <a:extLst>
              <a:ext uri="{FF2B5EF4-FFF2-40B4-BE49-F238E27FC236}">
                <a16:creationId xmlns:a16="http://schemas.microsoft.com/office/drawing/2014/main" id="{DC730C80-2112-0F6B-3AFA-86D360798167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246421" y="7153193"/>
            <a:ext cx="1156710" cy="2963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06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Tesis I</a:t>
            </a:r>
            <a:endParaRPr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Google Shape;53;p7">
            <a:extLst>
              <a:ext uri="{FF2B5EF4-FFF2-40B4-BE49-F238E27FC236}">
                <a16:creationId xmlns:a16="http://schemas.microsoft.com/office/drawing/2014/main" id="{FF7484D9-A2CF-466F-1732-BFC6F4A54A3D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5201664" y="7095329"/>
            <a:ext cx="715162" cy="2963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>
              <a:lnSpc>
                <a:spcPct val="106666"/>
              </a:lnSpc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2025</a:t>
            </a:r>
            <a:endParaRPr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Google Shape;64;p8">
            <a:extLst>
              <a:ext uri="{FF2B5EF4-FFF2-40B4-BE49-F238E27FC236}">
                <a16:creationId xmlns:a16="http://schemas.microsoft.com/office/drawing/2014/main" id="{EECBE72C-C5F8-FE5D-BE60-9C38C8F57BCD}"/>
              </a:ext>
            </a:extLst>
          </p:cNvPr>
          <p:cNvSpPr txBox="1">
            <a:spLocks/>
          </p:cNvSpPr>
          <p:nvPr/>
        </p:nvSpPr>
        <p:spPr>
          <a:xfrm>
            <a:off x="4674548" y="828144"/>
            <a:ext cx="2196151" cy="454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3325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150" b="1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s-MX" sz="2800" dirty="0">
                <a:solidFill>
                  <a:schemeClr val="bg1"/>
                </a:solidFill>
                <a:latin typeface="TimesNewRomanPS-BoldMT"/>
              </a:rPr>
              <a:t>Hipótesis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392F679B-4E1F-DAC3-F14E-6E45EF83DD60}"/>
              </a:ext>
            </a:extLst>
          </p:cNvPr>
          <p:cNvSpPr txBox="1"/>
          <p:nvPr/>
        </p:nvSpPr>
        <p:spPr>
          <a:xfrm>
            <a:off x="1089025" y="2533303"/>
            <a:ext cx="8515350" cy="15254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  <a:buNone/>
            </a:pP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 las zonas productoras de plátano en </a:t>
            </a:r>
            <a:r>
              <a:rPr lang="es-MX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Ñunya</a:t>
            </a: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Jalca, Amazonas, existen especies nativas de </a:t>
            </a:r>
            <a:r>
              <a:rPr lang="es-MX" sz="16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Metarhizium</a:t>
            </a: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MX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spp</a:t>
            </a: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con potencial de </a:t>
            </a:r>
            <a:r>
              <a:rPr lang="es-MX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biocontrol</a:t>
            </a: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sobre el picudo rayado del plátano (</a:t>
            </a:r>
            <a:r>
              <a:rPr lang="es-MX" sz="16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Metamasius</a:t>
            </a:r>
            <a:r>
              <a:rPr lang="es-MX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MX" sz="16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hemipterus</a:t>
            </a: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), que pueden ser integradas como alternativa de control biológico </a:t>
            </a:r>
            <a:b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s-PE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3090082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211673"/>
    </mc:Choice>
    <mc:Fallback>
      <p:transition spd="slow" advTm="211673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Diagrama 3">
            <a:extLst>
              <a:ext uri="{FF2B5EF4-FFF2-40B4-BE49-F238E27FC236}">
                <a16:creationId xmlns:a16="http://schemas.microsoft.com/office/drawing/2014/main" id="{93AC3560-F3B5-EDBA-E16C-F8CD33572BE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97224779"/>
              </p:ext>
            </p:extLst>
          </p:nvPr>
        </p:nvGraphicFramePr>
        <p:xfrm>
          <a:off x="1882459" y="1405114"/>
          <a:ext cx="7128933" cy="475262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5" name="Google Shape;64;p8">
            <a:extLst>
              <a:ext uri="{FF2B5EF4-FFF2-40B4-BE49-F238E27FC236}">
                <a16:creationId xmlns:a16="http://schemas.microsoft.com/office/drawing/2014/main" id="{F8620981-B077-9D7E-EC58-4CD940BD3CD8}"/>
              </a:ext>
            </a:extLst>
          </p:cNvPr>
          <p:cNvSpPr txBox="1">
            <a:spLocks/>
          </p:cNvSpPr>
          <p:nvPr/>
        </p:nvSpPr>
        <p:spPr>
          <a:xfrm>
            <a:off x="4266476" y="872568"/>
            <a:ext cx="2667724" cy="448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3325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150" b="1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s-MX" sz="2800" dirty="0">
                <a:solidFill>
                  <a:schemeClr val="bg1"/>
                </a:solidFill>
                <a:latin typeface="TimesNewRomanPS-BoldMT"/>
              </a:rPr>
              <a:t>Metodología</a:t>
            </a:r>
          </a:p>
        </p:txBody>
      </p:sp>
    </p:spTree>
    <p:extLst>
      <p:ext uri="{BB962C8B-B14F-4D97-AF65-F5344CB8AC3E}">
        <p14:creationId xmlns:p14="http://schemas.microsoft.com/office/powerpoint/2010/main" val="10732170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FF5A1A-4C62-B9E6-80FD-D5F9511E7F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64;p8">
            <a:extLst>
              <a:ext uri="{FF2B5EF4-FFF2-40B4-BE49-F238E27FC236}">
                <a16:creationId xmlns:a16="http://schemas.microsoft.com/office/drawing/2014/main" id="{BABA086B-1B30-3FD8-1D80-A8807A0B2D0D}"/>
              </a:ext>
            </a:extLst>
          </p:cNvPr>
          <p:cNvSpPr txBox="1">
            <a:spLocks/>
          </p:cNvSpPr>
          <p:nvPr/>
        </p:nvSpPr>
        <p:spPr>
          <a:xfrm>
            <a:off x="3676288" y="897968"/>
            <a:ext cx="3340824" cy="4443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3325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150" b="1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s-MX" sz="2800" dirty="0">
                <a:solidFill>
                  <a:schemeClr val="bg1"/>
                </a:solidFill>
                <a:latin typeface="TimesNewRomanPS-BoldMT"/>
              </a:rPr>
              <a:t>Variables de estudio</a:t>
            </a:r>
          </a:p>
        </p:txBody>
      </p:sp>
      <p:graphicFrame>
        <p:nvGraphicFramePr>
          <p:cNvPr id="2" name="Diagrama 1">
            <a:extLst>
              <a:ext uri="{FF2B5EF4-FFF2-40B4-BE49-F238E27FC236}">
                <a16:creationId xmlns:a16="http://schemas.microsoft.com/office/drawing/2014/main" id="{FC25E1F8-62C1-16A5-7CB1-41CE3D0B14B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28743795"/>
              </p:ext>
            </p:extLst>
          </p:nvPr>
        </p:nvGraphicFramePr>
        <p:xfrm>
          <a:off x="1896533" y="1748014"/>
          <a:ext cx="7128933" cy="475262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4705985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0DC2ED-5BDE-C35B-A57E-0AC6E18BC4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64;p8">
            <a:extLst>
              <a:ext uri="{FF2B5EF4-FFF2-40B4-BE49-F238E27FC236}">
                <a16:creationId xmlns:a16="http://schemas.microsoft.com/office/drawing/2014/main" id="{D58F5059-F2B3-9A86-5AC0-B1ECB31AE2E4}"/>
              </a:ext>
            </a:extLst>
          </p:cNvPr>
          <p:cNvSpPr txBox="1">
            <a:spLocks/>
          </p:cNvSpPr>
          <p:nvPr/>
        </p:nvSpPr>
        <p:spPr>
          <a:xfrm>
            <a:off x="2711088" y="840043"/>
            <a:ext cx="5455012" cy="4443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3325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150" b="1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s-MX" sz="2800" dirty="0">
                <a:solidFill>
                  <a:schemeClr val="bg1"/>
                </a:solidFill>
                <a:latin typeface="TimesNewRomanPS-BoldMT"/>
              </a:rPr>
              <a:t>Operacionalización de variables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6D9EDFF8-45DE-DA7B-5A58-FD60A7A556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7598" y="1565933"/>
            <a:ext cx="7058204" cy="443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53230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00AC7D-81AD-6EE7-39C0-FFC51A0169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64;p8">
            <a:extLst>
              <a:ext uri="{FF2B5EF4-FFF2-40B4-BE49-F238E27FC236}">
                <a16:creationId xmlns:a16="http://schemas.microsoft.com/office/drawing/2014/main" id="{6401D38D-D790-7F5B-BE8F-74DC2F66E629}"/>
              </a:ext>
            </a:extLst>
          </p:cNvPr>
          <p:cNvSpPr txBox="1">
            <a:spLocks/>
          </p:cNvSpPr>
          <p:nvPr/>
        </p:nvSpPr>
        <p:spPr>
          <a:xfrm>
            <a:off x="2711088" y="840043"/>
            <a:ext cx="5455012" cy="4443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3325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150" b="1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s-MX" sz="2800" dirty="0">
                <a:solidFill>
                  <a:schemeClr val="bg1"/>
                </a:solidFill>
                <a:latin typeface="TimesNewRomanPS-BoldMT"/>
              </a:rPr>
              <a:t>Operacionalización de variables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10324C73-D760-236E-378B-1DAC06330B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9101" y="1568183"/>
            <a:ext cx="6540499" cy="41883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936738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876F0C-DF73-1271-50C3-7F3FF4511D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64;p8">
            <a:extLst>
              <a:ext uri="{FF2B5EF4-FFF2-40B4-BE49-F238E27FC236}">
                <a16:creationId xmlns:a16="http://schemas.microsoft.com/office/drawing/2014/main" id="{D6003FCD-6AB1-BD39-D10A-D83C720247EE}"/>
              </a:ext>
            </a:extLst>
          </p:cNvPr>
          <p:cNvSpPr txBox="1">
            <a:spLocks/>
          </p:cNvSpPr>
          <p:nvPr/>
        </p:nvSpPr>
        <p:spPr>
          <a:xfrm>
            <a:off x="3527244" y="914637"/>
            <a:ext cx="5061312" cy="4443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3325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150" b="1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s-MX" sz="2800" dirty="0">
                <a:solidFill>
                  <a:schemeClr val="bg1"/>
                </a:solidFill>
                <a:latin typeface="TimesNewRomanPS-BoldMT"/>
              </a:rPr>
              <a:t>Métodos propuestos</a:t>
            </a:r>
          </a:p>
        </p:txBody>
      </p:sp>
      <p:graphicFrame>
        <p:nvGraphicFramePr>
          <p:cNvPr id="10" name="Tabla 9">
            <a:extLst>
              <a:ext uri="{FF2B5EF4-FFF2-40B4-BE49-F238E27FC236}">
                <a16:creationId xmlns:a16="http://schemas.microsoft.com/office/drawing/2014/main" id="{7754633C-9318-BD7D-23DE-9DB73661F3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3548701"/>
              </p:ext>
            </p:extLst>
          </p:nvPr>
        </p:nvGraphicFramePr>
        <p:xfrm>
          <a:off x="518160" y="1749424"/>
          <a:ext cx="9657080" cy="5402492"/>
        </p:xfrm>
        <a:graphic>
          <a:graphicData uri="http://schemas.openxmlformats.org/drawingml/2006/table">
            <a:tbl>
              <a:tblPr firstRow="1" bandRow="1">
                <a:tableStyleId>{5202B0CA-FC54-4496-8BCA-5EF66A818D29}</a:tableStyleId>
              </a:tblPr>
              <a:tblGrid>
                <a:gridCol w="2573868">
                  <a:extLst>
                    <a:ext uri="{9D8B030D-6E8A-4147-A177-3AD203B41FA5}">
                      <a16:colId xmlns:a16="http://schemas.microsoft.com/office/drawing/2014/main" val="521138003"/>
                    </a:ext>
                  </a:extLst>
                </a:gridCol>
                <a:gridCol w="7083212">
                  <a:extLst>
                    <a:ext uri="{9D8B030D-6E8A-4147-A177-3AD203B41FA5}">
                      <a16:colId xmlns:a16="http://schemas.microsoft.com/office/drawing/2014/main" val="1720936488"/>
                    </a:ext>
                  </a:extLst>
                </a:gridCol>
              </a:tblGrid>
              <a:tr h="528931">
                <a:tc>
                  <a:txBody>
                    <a:bodyPr/>
                    <a:lstStyle/>
                    <a:p>
                      <a:pPr algn="ctr"/>
                      <a:r>
                        <a:rPr lang="es-PE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Actividad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PE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Descripción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5334713"/>
                  </a:ext>
                </a:extLst>
              </a:tr>
              <a:tr h="831543">
                <a:tc>
                  <a:txBody>
                    <a:bodyPr/>
                    <a:lstStyle/>
                    <a:p>
                      <a:r>
                        <a:rPr lang="es-PE" sz="1800" b="1" i="0" u="none" strike="noStrike" cap="none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  <a:sym typeface="Arial"/>
                        </a:rPr>
                        <a:t>Obtención de muestras</a:t>
                      </a:r>
                      <a:endParaRPr lang="es-PE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</a:pPr>
                      <a:r>
                        <a:rPr lang="es-MX" sz="14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  <a:sym typeface="Arial"/>
                        </a:rPr>
                        <a:t>Adultos </a:t>
                      </a:r>
                      <a:r>
                        <a:rPr lang="es-MX" sz="1400" b="0" i="0" u="none" strike="noStrike" cap="none" dirty="0" err="1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  <a:sym typeface="Arial"/>
                        </a:rPr>
                        <a:t>micosados</a:t>
                      </a:r>
                      <a:r>
                        <a:rPr lang="es-MX" sz="14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  <a:sym typeface="Arial"/>
                        </a:rPr>
                        <a:t> de </a:t>
                      </a:r>
                      <a:r>
                        <a:rPr lang="es-MX" sz="1400" b="0" i="1" u="none" strike="noStrike" cap="none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  <a:sym typeface="Arial"/>
                        </a:rPr>
                        <a:t>M</a:t>
                      </a:r>
                      <a:r>
                        <a:rPr lang="es-MX" sz="14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  <a:sym typeface="Arial"/>
                        </a:rPr>
                        <a:t>. </a:t>
                      </a:r>
                      <a:r>
                        <a:rPr lang="es-MX" sz="1400" b="0" i="1" u="none" strike="noStrike" cap="none" dirty="0" err="1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  <a:sym typeface="Arial"/>
                        </a:rPr>
                        <a:t>hemipterus</a:t>
                      </a:r>
                      <a:r>
                        <a:rPr lang="es-MX" sz="1400" b="0" i="1" u="none" strike="noStrike" cap="none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  <a:sym typeface="Arial"/>
                        </a:rPr>
                        <a:t> </a:t>
                      </a:r>
                      <a:r>
                        <a:rPr lang="es-MX" sz="14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  <a:sym typeface="Arial"/>
                        </a:rPr>
                        <a:t>serán obtenidos mediante un muestreo dirigido, según </a:t>
                      </a:r>
                      <a:r>
                        <a:rPr lang="es-PE" sz="14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  <a:sym typeface="Arial"/>
                        </a:rPr>
                        <a:t>Mayo (2024).</a:t>
                      </a:r>
                      <a:endParaRPr lang="es-PE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7625775"/>
                  </a:ext>
                </a:extLst>
              </a:tr>
              <a:tr h="1194334">
                <a:tc>
                  <a:txBody>
                    <a:bodyPr/>
                    <a:lstStyle/>
                    <a:p>
                      <a:r>
                        <a:rPr lang="es-PE" sz="1800" b="1" i="0" u="none" strike="noStrike" cap="none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  <a:sym typeface="Arial"/>
                        </a:rPr>
                        <a:t>Obtención de aislados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</a:pPr>
                      <a:r>
                        <a:rPr lang="es-MX" sz="14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  <a:sym typeface="Arial"/>
                        </a:rPr>
                        <a:t>Metodología utilizada por Torres et al. (2016), Los adultos con signos de micosis serán desinfectados mediante inmersión en una solución de hipoclorito de sodio al 0,5 % durante 5 minutos y puestos en cámaras húmedas por 8 días.</a:t>
                      </a:r>
                      <a:endParaRPr lang="es-PE" sz="1400" b="0" i="0" u="none" strike="noStrike" cap="none" dirty="0">
                        <a:solidFill>
                          <a:schemeClr val="dk1"/>
                        </a:solidFill>
                        <a:effectLst/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  <a:sym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69007191"/>
                  </a:ext>
                </a:extLst>
              </a:tr>
              <a:tr h="1194334"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s-PE" sz="1800" b="1" i="0" u="none" strike="noStrike" cap="none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  <a:sym typeface="Arial"/>
                        </a:rPr>
                        <a:t>Caracterización morfológica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</a:pPr>
                      <a:r>
                        <a:rPr lang="es-MX" sz="14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  <a:sym typeface="Arial"/>
                        </a:rPr>
                        <a:t>Para la identificación se describirán las estructuras reproductivas de los aislados, de acuerdo con </a:t>
                      </a:r>
                      <a:r>
                        <a:rPr lang="es-MX" sz="1400" b="0" i="0" u="none" strike="noStrike" cap="none" dirty="0" err="1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  <a:sym typeface="Arial"/>
                        </a:rPr>
                        <a:t>Humber</a:t>
                      </a:r>
                      <a:r>
                        <a:rPr lang="es-MX" sz="14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  <a:sym typeface="Arial"/>
                        </a:rPr>
                        <a:t> (2012). Para la caracterización, según Mayo (2024), los aislados después de 14 días, evaluar características de la colonia: tamaño, morfología y </a:t>
                      </a:r>
                      <a:r>
                        <a:rPr lang="es-MX" sz="1400" b="0" i="0" u="none" strike="noStrike" cap="none" dirty="0" err="1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  <a:sym typeface="Arial"/>
                        </a:rPr>
                        <a:t>conidiación</a:t>
                      </a:r>
                      <a:r>
                        <a:rPr lang="es-MX" sz="14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  <a:sym typeface="Arial"/>
                        </a:rPr>
                        <a:t>. </a:t>
                      </a:r>
                      <a:r>
                        <a:rPr lang="es-MX" sz="1400" b="0" i="0" u="none" strike="noStrike" cap="none" dirty="0" err="1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  <a:sym typeface="Arial"/>
                        </a:rPr>
                        <a:t>Microcultivo</a:t>
                      </a:r>
                      <a:r>
                        <a:rPr lang="es-MX" sz="14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  <a:sym typeface="Arial"/>
                        </a:rPr>
                        <a:t>, montaje de muestra y fotografiado de estructuras (Hifas, </a:t>
                      </a:r>
                      <a:r>
                        <a:rPr lang="es-MX" sz="1400" b="0" i="0" u="none" strike="noStrike" cap="none" dirty="0" err="1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  <a:sym typeface="Arial"/>
                        </a:rPr>
                        <a:t>conidias</a:t>
                      </a:r>
                      <a:r>
                        <a:rPr lang="es-MX" sz="14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  <a:sym typeface="Arial"/>
                        </a:rPr>
                        <a:t>, conidióforos), </a:t>
                      </a:r>
                      <a:r>
                        <a:rPr lang="fi-FI" sz="14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  <a:sym typeface="Arial"/>
                        </a:rPr>
                        <a:t>según Oliva et al. (2024)</a:t>
                      </a:r>
                      <a:r>
                        <a:rPr lang="es-MX" sz="14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  <a:sym typeface="Arial"/>
                        </a:rPr>
                        <a:t>.</a:t>
                      </a:r>
                      <a:endParaRPr lang="es-PE" sz="1400" b="0" i="0" u="none" strike="noStrike" cap="none" dirty="0">
                        <a:solidFill>
                          <a:schemeClr val="dk1"/>
                        </a:solidFill>
                        <a:effectLst/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  <a:sym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38028011"/>
                  </a:ext>
                </a:extLst>
              </a:tr>
              <a:tr h="119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s-PE" sz="1800" b="1" i="0" u="none" strike="noStrike" cap="none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  <a:sym typeface="Arial"/>
                        </a:rPr>
                        <a:t>Caracterización fisiológica</a:t>
                      </a:r>
                    </a:p>
                    <a:p>
                      <a:endParaRPr lang="es-P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rtl="0"/>
                      <a:r>
                        <a:rPr lang="es-PE" sz="14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  <a:sym typeface="Arial"/>
                        </a:rPr>
                        <a:t>Crecimiento micelial (Torres et al., 2013), Producción conidial (Lipa &amp; </a:t>
                      </a:r>
                      <a:r>
                        <a:rPr lang="es-PE" sz="1400" b="0" i="0" u="none" strike="noStrike" cap="none" dirty="0" err="1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  <a:sym typeface="Arial"/>
                        </a:rPr>
                        <a:t>Slizynski</a:t>
                      </a:r>
                      <a:r>
                        <a:rPr lang="es-PE" sz="14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  <a:sym typeface="Arial"/>
                        </a:rPr>
                        <a:t> (1973),</a:t>
                      </a:r>
                    </a:p>
                    <a:p>
                      <a:br>
                        <a:rPr lang="es-PE" sz="14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  <a:sym typeface="Arial"/>
                        </a:rPr>
                      </a:br>
                      <a:r>
                        <a:rPr lang="es-PE" sz="14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  <a:sym typeface="Arial"/>
                        </a:rPr>
                        <a:t>, Porcentaje de germinación (Torres et al., 2016).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4111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980290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378244-2460-9143-8232-E1BBD43881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64;p8">
            <a:extLst>
              <a:ext uri="{FF2B5EF4-FFF2-40B4-BE49-F238E27FC236}">
                <a16:creationId xmlns:a16="http://schemas.microsoft.com/office/drawing/2014/main" id="{59561CCD-A111-FC6F-5D51-E76EE83D6C67}"/>
              </a:ext>
            </a:extLst>
          </p:cNvPr>
          <p:cNvSpPr txBox="1">
            <a:spLocks/>
          </p:cNvSpPr>
          <p:nvPr/>
        </p:nvSpPr>
        <p:spPr>
          <a:xfrm>
            <a:off x="4365444" y="838437"/>
            <a:ext cx="5061312" cy="4443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3325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150" b="1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s-MX" sz="2800" dirty="0">
                <a:solidFill>
                  <a:schemeClr val="bg1"/>
                </a:solidFill>
                <a:latin typeface="TimesNewRomanPS-BoldMT"/>
              </a:rPr>
              <a:t>Métodos propuestos</a:t>
            </a:r>
          </a:p>
        </p:txBody>
      </p:sp>
      <p:graphicFrame>
        <p:nvGraphicFramePr>
          <p:cNvPr id="10" name="Tabla 9">
            <a:extLst>
              <a:ext uri="{FF2B5EF4-FFF2-40B4-BE49-F238E27FC236}">
                <a16:creationId xmlns:a16="http://schemas.microsoft.com/office/drawing/2014/main" id="{88DCA0B4-4A51-BC2B-7A76-DF427EF734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06482992"/>
              </p:ext>
            </p:extLst>
          </p:nvPr>
        </p:nvGraphicFramePr>
        <p:xfrm>
          <a:off x="518160" y="2274513"/>
          <a:ext cx="9657080" cy="3013824"/>
        </p:xfrm>
        <a:graphic>
          <a:graphicData uri="http://schemas.openxmlformats.org/drawingml/2006/table">
            <a:tbl>
              <a:tblPr firstRow="1" bandRow="1">
                <a:tableStyleId>{5202B0CA-FC54-4496-8BCA-5EF66A818D29}</a:tableStyleId>
              </a:tblPr>
              <a:tblGrid>
                <a:gridCol w="2472268">
                  <a:extLst>
                    <a:ext uri="{9D8B030D-6E8A-4147-A177-3AD203B41FA5}">
                      <a16:colId xmlns:a16="http://schemas.microsoft.com/office/drawing/2014/main" val="521138003"/>
                    </a:ext>
                  </a:extLst>
                </a:gridCol>
                <a:gridCol w="7184812">
                  <a:extLst>
                    <a:ext uri="{9D8B030D-6E8A-4147-A177-3AD203B41FA5}">
                      <a16:colId xmlns:a16="http://schemas.microsoft.com/office/drawing/2014/main" val="1720936488"/>
                    </a:ext>
                  </a:extLst>
                </a:gridCol>
              </a:tblGrid>
              <a:tr h="528931">
                <a:tc>
                  <a:txBody>
                    <a:bodyPr/>
                    <a:lstStyle/>
                    <a:p>
                      <a:pPr algn="ctr"/>
                      <a:r>
                        <a:rPr lang="es-PE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Actividad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PE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Descripción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5334713"/>
                  </a:ext>
                </a:extLst>
              </a:tr>
              <a:tr h="831543"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s-PE" sz="1800" b="1" i="0" u="none" strike="noStrike" cap="none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  <a:sym typeface="Arial"/>
                        </a:rPr>
                        <a:t>Evaluación de patogenicidad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</a:pPr>
                      <a:r>
                        <a:rPr lang="es-MX" sz="14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  <a:sym typeface="Arial"/>
                        </a:rPr>
                        <a:t>10 adultos de </a:t>
                      </a:r>
                      <a:r>
                        <a:rPr lang="es-MX" sz="1400" b="0" i="1" u="none" strike="noStrike" cap="none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  <a:sym typeface="Arial"/>
                        </a:rPr>
                        <a:t>M</a:t>
                      </a:r>
                      <a:r>
                        <a:rPr lang="es-MX" sz="14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  <a:sym typeface="Arial"/>
                        </a:rPr>
                        <a:t>. </a:t>
                      </a:r>
                      <a:r>
                        <a:rPr lang="es-MX" sz="1400" b="0" i="1" u="none" strike="noStrike" cap="none" dirty="0" err="1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  <a:sym typeface="Arial"/>
                        </a:rPr>
                        <a:t>hemipterus</a:t>
                      </a:r>
                      <a:r>
                        <a:rPr lang="es-MX" sz="14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  <a:sym typeface="Arial"/>
                        </a:rPr>
                        <a:t> serán sumergidos durante un minuto en una suspensión conidial de de 1 x 10⁷ conidios por mililitro, complementada con </a:t>
                      </a:r>
                      <a:r>
                        <a:rPr lang="es-MX" sz="1400" b="0" i="0" u="none" strike="noStrike" cap="none" dirty="0" err="1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  <a:sym typeface="Arial"/>
                        </a:rPr>
                        <a:t>Tween</a:t>
                      </a:r>
                      <a:r>
                        <a:rPr lang="es-MX" sz="14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  <a:sym typeface="Arial"/>
                        </a:rPr>
                        <a:t> 80 al 0,1 %. </a:t>
                      </a:r>
                      <a:endParaRPr lang="es-PE" sz="1400" b="0" i="0" u="none" strike="noStrike" cap="none" dirty="0">
                        <a:solidFill>
                          <a:schemeClr val="dk1"/>
                        </a:solidFill>
                        <a:effectLst/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  <a:sym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7625775"/>
                  </a:ext>
                </a:extLst>
              </a:tr>
              <a:tr h="1194334"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s-MX" sz="1800" b="1" i="0" u="none" strike="noStrike" cap="none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  <a:sym typeface="Arial"/>
                        </a:rPr>
                        <a:t>Producción de conidios en arroz</a:t>
                      </a:r>
                      <a:endParaRPr lang="es-PE" sz="1800" b="1" i="0" u="none" strike="noStrike" cap="none" dirty="0">
                        <a:solidFill>
                          <a:schemeClr val="dk1"/>
                        </a:solidFill>
                        <a:effectLst/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  <a:sym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</a:pPr>
                      <a:r>
                        <a:rPr lang="es-MX" sz="14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  <a:sym typeface="Arial"/>
                        </a:rPr>
                        <a:t>Metodología utilizada por Torres et al. (2016), Se emplearán 50 gramos de arroz depositados en bolsas de </a:t>
                      </a:r>
                      <a:r>
                        <a:rPr lang="es-MX" sz="1400" b="0" i="0" u="none" strike="noStrike" cap="none" dirty="0" err="1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  <a:sym typeface="Arial"/>
                        </a:rPr>
                        <a:t>polipapel</a:t>
                      </a:r>
                      <a:r>
                        <a:rPr lang="es-MX" sz="14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  <a:sym typeface="Arial"/>
                        </a:rPr>
                        <a:t>, humedecidos con 12 mililitros de agua destilada, y esterilizados a 121 °C durante 20 minutos. Posterior, las bolsas serán inoculadas con 5 mililitros de suspensión con 1 x 10⁶ conidios por mililitro, e incubadas durante 15 días a una temperatura constante de 25 ± 1 °C y bajo un fotoperiodo de 12 horas luz y 12 horas oscuridad.</a:t>
                      </a:r>
                      <a:endParaRPr lang="es-PE" sz="1400" b="0" i="0" u="none" strike="noStrike" cap="none" dirty="0">
                        <a:solidFill>
                          <a:schemeClr val="dk1"/>
                        </a:solidFill>
                        <a:effectLst/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  <a:sym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6900719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665772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26082B-809C-81BB-DAAF-E3D93385A7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64;p8">
            <a:extLst>
              <a:ext uri="{FF2B5EF4-FFF2-40B4-BE49-F238E27FC236}">
                <a16:creationId xmlns:a16="http://schemas.microsoft.com/office/drawing/2014/main" id="{1A8782ED-6115-1971-8734-DF4047C69220}"/>
              </a:ext>
            </a:extLst>
          </p:cNvPr>
          <p:cNvSpPr txBox="1">
            <a:spLocks/>
          </p:cNvSpPr>
          <p:nvPr/>
        </p:nvSpPr>
        <p:spPr>
          <a:xfrm>
            <a:off x="4365444" y="838437"/>
            <a:ext cx="5061312" cy="4443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3325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150" b="1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s-MX" sz="2800" dirty="0">
                <a:solidFill>
                  <a:schemeClr val="bg1"/>
                </a:solidFill>
                <a:latin typeface="TimesNewRomanPS-BoldMT"/>
              </a:rPr>
              <a:t>Referencias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FBFE8A56-7ABD-95F0-220D-966357247E6C}"/>
              </a:ext>
            </a:extLst>
          </p:cNvPr>
          <p:cNvSpPr txBox="1"/>
          <p:nvPr/>
        </p:nvSpPr>
        <p:spPr>
          <a:xfrm>
            <a:off x="431800" y="1498600"/>
            <a:ext cx="10160000" cy="58693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-457200">
              <a:lnSpc>
                <a:spcPct val="150000"/>
              </a:lnSpc>
            </a:pPr>
            <a:r>
              <a:rPr lang="es-P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Algarate</a:t>
            </a:r>
            <a:r>
              <a:rPr lang="es-PE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D. C., &amp; Marianella, O. (2023). Determinación del efecto de </a:t>
            </a:r>
            <a:r>
              <a:rPr lang="es-P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Metarhizium</a:t>
            </a:r>
            <a:r>
              <a:rPr lang="es-P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P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anisopliae</a:t>
            </a:r>
            <a:r>
              <a:rPr lang="es-P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para el control de adultos de </a:t>
            </a:r>
            <a:r>
              <a:rPr lang="es-P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Cryptocephalus</a:t>
            </a:r>
            <a:r>
              <a:rPr lang="es-P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P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sp</a:t>
            </a:r>
            <a:r>
              <a:rPr lang="es-PE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En condiciones de laboratorio. </a:t>
            </a:r>
            <a:r>
              <a:rPr lang="es-PE" dirty="0">
                <a:latin typeface="Times New Roman" panose="02020603050405020304" pitchFamily="18" charset="0"/>
                <a:cs typeface="Times New Roman" panose="02020603050405020304" pitchFamily="18" charset="0"/>
                <a:hlinkClick r:id="rId2"/>
              </a:rPr>
              <a:t>https://hdl.handle.net/20.500.14414/17611</a:t>
            </a:r>
            <a:endParaRPr lang="es-P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indent="-457200">
              <a:lnSpc>
                <a:spcPct val="150000"/>
              </a:lnSpc>
            </a:pPr>
            <a:endParaRPr lang="es-P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indent="-457200">
              <a:lnSpc>
                <a:spcPct val="150000"/>
              </a:lnSpc>
            </a:pPr>
            <a:r>
              <a:rPr lang="es-P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Aw</a:t>
            </a:r>
            <a:r>
              <a:rPr lang="es-PE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K. M. S., &amp; </a:t>
            </a:r>
            <a:r>
              <a:rPr lang="es-P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Hue</a:t>
            </a:r>
            <a:r>
              <a:rPr lang="es-PE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S. M. (2017). </a:t>
            </a:r>
            <a:r>
              <a:rPr lang="es-P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Mode</a:t>
            </a:r>
            <a:r>
              <a:rPr lang="es-P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P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of</a:t>
            </a:r>
            <a:r>
              <a:rPr lang="es-P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P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Infection</a:t>
            </a:r>
            <a:r>
              <a:rPr lang="es-P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P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of</a:t>
            </a:r>
            <a:r>
              <a:rPr lang="es-P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P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Metarhizium</a:t>
            </a:r>
            <a:r>
              <a:rPr lang="es-P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P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spp</a:t>
            </a:r>
            <a:r>
              <a:rPr lang="es-PE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es-P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Fungus</a:t>
            </a:r>
            <a:r>
              <a:rPr lang="es-P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and </a:t>
            </a:r>
            <a:r>
              <a:rPr lang="es-P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Their</a:t>
            </a:r>
            <a:r>
              <a:rPr lang="es-P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P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Potential</a:t>
            </a:r>
            <a:r>
              <a:rPr lang="es-P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as </a:t>
            </a:r>
            <a:r>
              <a:rPr lang="es-P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Biological</a:t>
            </a:r>
            <a:r>
              <a:rPr lang="es-P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Control </a:t>
            </a:r>
            <a:r>
              <a:rPr lang="es-P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Agents</a:t>
            </a:r>
            <a:r>
              <a:rPr lang="es-PE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es-P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Journal</a:t>
            </a:r>
            <a:r>
              <a:rPr lang="es-P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P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of</a:t>
            </a:r>
            <a:r>
              <a:rPr lang="es-P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P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Fungi</a:t>
            </a:r>
            <a:r>
              <a:rPr lang="es-PE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3(2), </a:t>
            </a:r>
            <a:r>
              <a:rPr lang="es-P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Article</a:t>
            </a:r>
            <a:r>
              <a:rPr lang="es-P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2. https://doi.org/10.3390/jof3020030</a:t>
            </a:r>
          </a:p>
          <a:p>
            <a:pPr indent="-457200">
              <a:lnSpc>
                <a:spcPct val="150000"/>
              </a:lnSpc>
            </a:pPr>
            <a:r>
              <a:rPr lang="es-PE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Baró, Y., Schuster, C., Gato, Y., Márquez, M. E., &amp; </a:t>
            </a:r>
            <a:r>
              <a:rPr lang="es-P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Leclerque</a:t>
            </a:r>
            <a:r>
              <a:rPr lang="es-PE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A. (2022). </a:t>
            </a:r>
            <a:r>
              <a:rPr lang="es-P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Characterization</a:t>
            </a:r>
            <a:r>
              <a:rPr lang="es-PE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s-P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identification</a:t>
            </a:r>
            <a:r>
              <a:rPr lang="es-P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and </a:t>
            </a:r>
            <a:r>
              <a:rPr lang="es-P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virulence</a:t>
            </a:r>
            <a:r>
              <a:rPr lang="es-P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P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of</a:t>
            </a:r>
            <a:r>
              <a:rPr lang="es-P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P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Metarhizium</a:t>
            </a:r>
            <a:r>
              <a:rPr lang="es-P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P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species</a:t>
            </a:r>
            <a:r>
              <a:rPr lang="es-P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P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from</a:t>
            </a:r>
            <a:r>
              <a:rPr lang="es-P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Cuba </a:t>
            </a:r>
            <a:r>
              <a:rPr lang="es-P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to</a:t>
            </a:r>
            <a:r>
              <a:rPr lang="es-P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control </a:t>
            </a:r>
            <a:r>
              <a:rPr lang="es-P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the</a:t>
            </a:r>
            <a:r>
              <a:rPr lang="es-P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P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sweet</a:t>
            </a:r>
            <a:r>
              <a:rPr lang="es-P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P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potato</a:t>
            </a:r>
            <a:r>
              <a:rPr lang="es-P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P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weevil</a:t>
            </a:r>
            <a:r>
              <a:rPr lang="es-PE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s-P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Cylas</a:t>
            </a:r>
            <a:r>
              <a:rPr lang="es-P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P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formicarius</a:t>
            </a:r>
            <a:r>
              <a:rPr lang="es-P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Fabricius (</a:t>
            </a:r>
            <a:r>
              <a:rPr lang="es-P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Coleoptera</a:t>
            </a:r>
            <a:r>
              <a:rPr lang="es-PE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s-P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Brentidae</a:t>
            </a:r>
            <a:r>
              <a:rPr lang="es-PE" dirty="0">
                <a:latin typeface="Times New Roman" panose="02020603050405020304" pitchFamily="18" charset="0"/>
                <a:cs typeface="Times New Roman" panose="02020603050405020304" pitchFamily="18" charset="0"/>
              </a:rPr>
              <a:t>). </a:t>
            </a:r>
            <a:r>
              <a:rPr lang="es-P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Journal</a:t>
            </a:r>
            <a:r>
              <a:rPr lang="es-P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P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of</a:t>
            </a:r>
            <a:r>
              <a:rPr lang="es-P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P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Applied</a:t>
            </a:r>
            <a:r>
              <a:rPr lang="es-P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P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Microbiology</a:t>
            </a:r>
            <a:r>
              <a:rPr lang="es-PE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132(5), 3705-3716. </a:t>
            </a:r>
            <a:r>
              <a:rPr lang="es-PE" dirty="0"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https://doi.org/10.1111/jam.15460</a:t>
            </a:r>
            <a:endParaRPr lang="es-P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indent="-457200">
              <a:lnSpc>
                <a:spcPct val="150000"/>
              </a:lnSpc>
            </a:pPr>
            <a:endParaRPr lang="es-P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indent="-457200">
              <a:lnSpc>
                <a:spcPct val="150000"/>
              </a:lnSpc>
            </a:pPr>
            <a:r>
              <a:rPr lang="es-P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Chuquibala</a:t>
            </a:r>
            <a:r>
              <a:rPr lang="es-PE" dirty="0">
                <a:latin typeface="Times New Roman" panose="02020603050405020304" pitchFamily="18" charset="0"/>
                <a:cs typeface="Times New Roman" panose="02020603050405020304" pitchFamily="18" charset="0"/>
              </a:rPr>
              <a:t>-Checan, B., Torres-de la Cruz, M., Leiva, S., </a:t>
            </a:r>
            <a:r>
              <a:rPr lang="es-P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Hernandez</a:t>
            </a:r>
            <a:r>
              <a:rPr lang="es-PE" dirty="0">
                <a:latin typeface="Times New Roman" panose="02020603050405020304" pitchFamily="18" charset="0"/>
                <a:cs typeface="Times New Roman" panose="02020603050405020304" pitchFamily="18" charset="0"/>
              </a:rPr>
              <a:t>-Diaz, E., Rubio, K., </a:t>
            </a:r>
            <a:r>
              <a:rPr lang="es-P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Goñas</a:t>
            </a:r>
            <a:r>
              <a:rPr lang="es-PE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M., Arce-Inga, M., &amp; Oliva-Cruz, M. (2023). In Vitro </a:t>
            </a:r>
            <a:r>
              <a:rPr lang="es-P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Biological</a:t>
            </a:r>
            <a:r>
              <a:rPr lang="es-P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P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Activity</a:t>
            </a:r>
            <a:r>
              <a:rPr lang="es-P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P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of</a:t>
            </a:r>
            <a:r>
              <a:rPr lang="es-P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P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Beauveria</a:t>
            </a:r>
            <a:r>
              <a:rPr lang="es-P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P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bassiana</a:t>
            </a:r>
            <a:r>
              <a:rPr lang="es-PE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s-P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Beauveria</a:t>
            </a:r>
            <a:r>
              <a:rPr lang="es-P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P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peruviensis</a:t>
            </a:r>
            <a:r>
              <a:rPr lang="es-PE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and </a:t>
            </a:r>
            <a:r>
              <a:rPr lang="es-P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Metarhizium</a:t>
            </a:r>
            <a:r>
              <a:rPr lang="es-P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P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sp</a:t>
            </a:r>
            <a:r>
              <a:rPr lang="es-PE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es-P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against</a:t>
            </a:r>
            <a:r>
              <a:rPr lang="es-P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P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Hypothenemus</a:t>
            </a:r>
            <a:r>
              <a:rPr lang="es-P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P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hampei</a:t>
            </a:r>
            <a:r>
              <a:rPr lang="es-P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es-P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Coleoptera</a:t>
            </a:r>
            <a:r>
              <a:rPr lang="es-PE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s-P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Curculionidae</a:t>
            </a:r>
            <a:r>
              <a:rPr lang="es-PE" dirty="0">
                <a:latin typeface="Times New Roman" panose="02020603050405020304" pitchFamily="18" charset="0"/>
                <a:cs typeface="Times New Roman" panose="02020603050405020304" pitchFamily="18" charset="0"/>
              </a:rPr>
              <a:t>). International </a:t>
            </a:r>
            <a:r>
              <a:rPr lang="es-P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Journal</a:t>
            </a:r>
            <a:r>
              <a:rPr lang="es-P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P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of</a:t>
            </a:r>
            <a:r>
              <a:rPr lang="es-P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P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Agronomy</a:t>
            </a:r>
            <a:r>
              <a:rPr lang="es-PE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2023(1), 4982399. </a:t>
            </a:r>
            <a:r>
              <a:rPr lang="es-PE" dirty="0">
                <a:latin typeface="Times New Roman" panose="02020603050405020304" pitchFamily="18" charset="0"/>
                <a:cs typeface="Times New Roman" panose="02020603050405020304" pitchFamily="18" charset="0"/>
                <a:hlinkClick r:id="rId4"/>
              </a:rPr>
              <a:t>https://doi.org/10.1155/2023/4982399</a:t>
            </a:r>
            <a:endParaRPr lang="es-P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indent="-457200">
              <a:lnSpc>
                <a:spcPct val="150000"/>
              </a:lnSpc>
            </a:pPr>
            <a:endParaRPr lang="es-P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indent="-457200">
              <a:lnSpc>
                <a:spcPct val="150000"/>
              </a:lnSpc>
            </a:pPr>
            <a:r>
              <a:rPr lang="es-PE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Gerónimo-Torres, J. D. C., Torres-de-la-Cruz, M., Cruz, M. P., </a:t>
            </a:r>
            <a:r>
              <a:rPr lang="es-P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De-la-Cruz-Pérez</a:t>
            </a:r>
            <a:r>
              <a:rPr lang="es-PE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A., Ortiz-</a:t>
            </a:r>
            <a:r>
              <a:rPr lang="es-P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garcía</a:t>
            </a:r>
            <a:r>
              <a:rPr lang="es-PE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C. F., &amp; </a:t>
            </a:r>
            <a:r>
              <a:rPr lang="es-P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Cappello</a:t>
            </a:r>
            <a:r>
              <a:rPr lang="es-PE" dirty="0">
                <a:latin typeface="Times New Roman" panose="02020603050405020304" pitchFamily="18" charset="0"/>
                <a:cs typeface="Times New Roman" panose="02020603050405020304" pitchFamily="18" charset="0"/>
              </a:rPr>
              <a:t>-García, S. (2016). Caracterización de aislamientos nativos de </a:t>
            </a:r>
            <a:r>
              <a:rPr lang="es-P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Beauveria</a:t>
            </a:r>
            <a:r>
              <a:rPr lang="es-P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P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bassiana</a:t>
            </a:r>
            <a:r>
              <a:rPr lang="es-P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y su patogenicidad hacia </a:t>
            </a:r>
            <a:r>
              <a:rPr lang="es-P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Hypothenemus</a:t>
            </a:r>
            <a:r>
              <a:rPr lang="es-P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P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hampei</a:t>
            </a:r>
            <a:r>
              <a:rPr lang="es-PE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en Tabasco, México. Revista Colombiana de Entomología, 42(1), 28-35.</a:t>
            </a:r>
          </a:p>
          <a:p>
            <a:pPr indent="-457200">
              <a:lnSpc>
                <a:spcPct val="150000"/>
              </a:lnSpc>
            </a:pPr>
            <a:br>
              <a:rPr lang="es-PE" dirty="0"/>
            </a:br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21768825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BEF12E-36D7-810F-B619-E9DA4AEF3B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64;p8">
            <a:extLst>
              <a:ext uri="{FF2B5EF4-FFF2-40B4-BE49-F238E27FC236}">
                <a16:creationId xmlns:a16="http://schemas.microsoft.com/office/drawing/2014/main" id="{0D175E0B-5B6B-59F8-4B3D-8A90AF5F2106}"/>
              </a:ext>
            </a:extLst>
          </p:cNvPr>
          <p:cNvSpPr txBox="1">
            <a:spLocks/>
          </p:cNvSpPr>
          <p:nvPr/>
        </p:nvSpPr>
        <p:spPr>
          <a:xfrm>
            <a:off x="4365444" y="838437"/>
            <a:ext cx="5061312" cy="4443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3325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150" b="1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s-MX" sz="2800" dirty="0">
                <a:solidFill>
                  <a:schemeClr val="bg1"/>
                </a:solidFill>
                <a:latin typeface="TimesNewRomanPS-BoldMT"/>
              </a:rPr>
              <a:t>Referencias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8146CAAC-7E90-E162-8108-28C62BC7097D}"/>
              </a:ext>
            </a:extLst>
          </p:cNvPr>
          <p:cNvSpPr txBox="1"/>
          <p:nvPr/>
        </p:nvSpPr>
        <p:spPr>
          <a:xfrm>
            <a:off x="469900" y="1752601"/>
            <a:ext cx="10096500" cy="52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indent="-457200">
              <a:lnSpc>
                <a:spcPct val="150000"/>
              </a:lnSpc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s-PE" dirty="0" err="1"/>
              <a:t>Humber</a:t>
            </a:r>
            <a:r>
              <a:rPr lang="es-PE" dirty="0"/>
              <a:t>, R. A. (2012). </a:t>
            </a:r>
            <a:r>
              <a:rPr lang="es-PE" dirty="0" err="1"/>
              <a:t>Chapter</a:t>
            </a:r>
            <a:r>
              <a:rPr lang="es-PE" dirty="0"/>
              <a:t> VI - </a:t>
            </a:r>
            <a:r>
              <a:rPr lang="es-PE" dirty="0" err="1"/>
              <a:t>Identification</a:t>
            </a:r>
            <a:r>
              <a:rPr lang="es-PE" dirty="0"/>
              <a:t> </a:t>
            </a:r>
            <a:r>
              <a:rPr lang="es-PE" dirty="0" err="1"/>
              <a:t>of</a:t>
            </a:r>
            <a:r>
              <a:rPr lang="es-PE" dirty="0"/>
              <a:t> </a:t>
            </a:r>
            <a:r>
              <a:rPr lang="es-PE" dirty="0" err="1"/>
              <a:t>entomopathogenic</a:t>
            </a:r>
            <a:r>
              <a:rPr lang="es-PE" dirty="0"/>
              <a:t> </a:t>
            </a:r>
            <a:r>
              <a:rPr lang="es-PE" dirty="0" err="1"/>
              <a:t>fungi</a:t>
            </a:r>
            <a:r>
              <a:rPr lang="es-PE" dirty="0"/>
              <a:t>. En L. A. </a:t>
            </a:r>
            <a:r>
              <a:rPr lang="es-PE" dirty="0" err="1"/>
              <a:t>Lacey</a:t>
            </a:r>
            <a:r>
              <a:rPr lang="es-PE" dirty="0"/>
              <a:t> (Ed.), Manual </a:t>
            </a:r>
            <a:r>
              <a:rPr lang="es-PE" dirty="0" err="1"/>
              <a:t>of</a:t>
            </a:r>
            <a:r>
              <a:rPr lang="es-PE" dirty="0"/>
              <a:t> </a:t>
            </a:r>
            <a:r>
              <a:rPr lang="es-PE" dirty="0" err="1"/>
              <a:t>Techniques</a:t>
            </a:r>
            <a:r>
              <a:rPr lang="es-PE" dirty="0"/>
              <a:t> in </a:t>
            </a:r>
            <a:r>
              <a:rPr lang="es-PE" dirty="0" err="1"/>
              <a:t>Invertebrate</a:t>
            </a:r>
            <a:r>
              <a:rPr lang="es-PE" dirty="0"/>
              <a:t> </a:t>
            </a:r>
            <a:r>
              <a:rPr lang="es-PE" dirty="0" err="1"/>
              <a:t>Pathology</a:t>
            </a:r>
            <a:r>
              <a:rPr lang="es-PE" dirty="0"/>
              <a:t> (</a:t>
            </a:r>
            <a:r>
              <a:rPr lang="es-PE" dirty="0" err="1"/>
              <a:t>Second</a:t>
            </a:r>
            <a:r>
              <a:rPr lang="es-PE" dirty="0"/>
              <a:t> </a:t>
            </a:r>
            <a:r>
              <a:rPr lang="es-PE" dirty="0" err="1"/>
              <a:t>Edition</a:t>
            </a:r>
            <a:r>
              <a:rPr lang="es-PE" dirty="0"/>
              <a:t>) (pp. 151-187). </a:t>
            </a:r>
            <a:r>
              <a:rPr lang="es-PE" dirty="0" err="1"/>
              <a:t>Academic</a:t>
            </a:r>
            <a:r>
              <a:rPr lang="es-PE" dirty="0"/>
              <a:t> </a:t>
            </a:r>
            <a:r>
              <a:rPr lang="es-PE" dirty="0" err="1"/>
              <a:t>Press</a:t>
            </a:r>
            <a:r>
              <a:rPr lang="es-PE" dirty="0"/>
              <a:t>. </a:t>
            </a:r>
            <a:r>
              <a:rPr lang="es-PE" dirty="0">
                <a:hlinkClick r:id="rId2"/>
              </a:rPr>
              <a:t>https://doi.org/10.1016/B978-0-12-386899-2.00006-3</a:t>
            </a:r>
            <a:endParaRPr lang="es-PE" dirty="0"/>
          </a:p>
          <a:p>
            <a:endParaRPr lang="es-PE" dirty="0"/>
          </a:p>
          <a:p>
            <a:r>
              <a:rPr lang="es-PE" dirty="0"/>
              <a:t>Lipa, J. J., &amp; </a:t>
            </a:r>
            <a:r>
              <a:rPr lang="es-PE" dirty="0" err="1"/>
              <a:t>Slizynski</a:t>
            </a:r>
            <a:r>
              <a:rPr lang="es-PE" dirty="0"/>
              <a:t>, K. (1973). </a:t>
            </a:r>
            <a:r>
              <a:rPr lang="es-PE" dirty="0" err="1"/>
              <a:t>Wskazówki</a:t>
            </a:r>
            <a:r>
              <a:rPr lang="es-PE" dirty="0"/>
              <a:t> </a:t>
            </a:r>
            <a:r>
              <a:rPr lang="es-PE" dirty="0" err="1"/>
              <a:t>metodyczne</a:t>
            </a:r>
            <a:r>
              <a:rPr lang="es-PE" dirty="0"/>
              <a:t> i </a:t>
            </a:r>
            <a:r>
              <a:rPr lang="es-PE" dirty="0" err="1"/>
              <a:t>terminologia</a:t>
            </a:r>
            <a:r>
              <a:rPr lang="es-PE" dirty="0"/>
              <a:t> do </a:t>
            </a:r>
            <a:r>
              <a:rPr lang="es-PE" dirty="0" err="1"/>
              <a:t>wyznaczania</a:t>
            </a:r>
            <a:r>
              <a:rPr lang="es-PE" dirty="0"/>
              <a:t> </a:t>
            </a:r>
            <a:r>
              <a:rPr lang="es-PE" dirty="0" err="1"/>
              <a:t>średniej</a:t>
            </a:r>
            <a:r>
              <a:rPr lang="es-PE" dirty="0"/>
              <a:t> </a:t>
            </a:r>
            <a:r>
              <a:rPr lang="es-PE" dirty="0" err="1"/>
              <a:t>dawki</a:t>
            </a:r>
            <a:r>
              <a:rPr lang="es-PE" dirty="0"/>
              <a:t> </a:t>
            </a:r>
            <a:r>
              <a:rPr lang="es-PE" dirty="0" err="1"/>
              <a:t>śmiertelnej</a:t>
            </a:r>
            <a:r>
              <a:rPr lang="es-PE" dirty="0"/>
              <a:t> (LD50) w </a:t>
            </a:r>
            <a:r>
              <a:rPr lang="es-PE" dirty="0" err="1"/>
              <a:t>patologii</a:t>
            </a:r>
            <a:r>
              <a:rPr lang="es-PE" dirty="0"/>
              <a:t> </a:t>
            </a:r>
            <a:r>
              <a:rPr lang="es-PE" dirty="0" err="1"/>
              <a:t>owadów</a:t>
            </a:r>
            <a:r>
              <a:rPr lang="es-PE" dirty="0"/>
              <a:t> i </a:t>
            </a:r>
            <a:r>
              <a:rPr lang="es-PE" dirty="0" err="1"/>
              <a:t>toksykologii</a:t>
            </a:r>
            <a:r>
              <a:rPr lang="es-PE" dirty="0"/>
              <a:t>. </a:t>
            </a:r>
            <a:r>
              <a:rPr lang="es-PE" dirty="0" err="1"/>
              <a:t>Prace</a:t>
            </a:r>
            <a:r>
              <a:rPr lang="es-PE" dirty="0"/>
              <a:t> </a:t>
            </a:r>
            <a:r>
              <a:rPr lang="es-PE" dirty="0" err="1"/>
              <a:t>Naukowe</a:t>
            </a:r>
            <a:r>
              <a:rPr lang="es-PE" dirty="0"/>
              <a:t> </a:t>
            </a:r>
            <a:r>
              <a:rPr lang="es-PE" dirty="0" err="1"/>
              <a:t>Instytutu</a:t>
            </a:r>
            <a:r>
              <a:rPr lang="es-PE" dirty="0"/>
              <a:t> </a:t>
            </a:r>
            <a:r>
              <a:rPr lang="es-PE" dirty="0" err="1"/>
              <a:t>Ochrony</a:t>
            </a:r>
            <a:r>
              <a:rPr lang="es-PE" dirty="0"/>
              <a:t> </a:t>
            </a:r>
            <a:r>
              <a:rPr lang="es-PE" dirty="0" err="1"/>
              <a:t>Roślin</a:t>
            </a:r>
            <a:r>
              <a:rPr lang="es-PE" dirty="0"/>
              <a:t>, 15(1). </a:t>
            </a:r>
            <a:r>
              <a:rPr lang="es-PE" dirty="0">
                <a:hlinkClick r:id="rId3"/>
              </a:rPr>
              <a:t>http://agro.icm.edu.pl/agro/element/bwmeta1.element.agro-a6c704fd-061e-4c7e-bbcd-add4213ad0fe</a:t>
            </a:r>
            <a:endParaRPr lang="es-PE" dirty="0"/>
          </a:p>
          <a:p>
            <a:endParaRPr lang="es-PE" dirty="0"/>
          </a:p>
          <a:p>
            <a:r>
              <a:rPr lang="es-PE" dirty="0"/>
              <a:t>Mayo Hernández, M. Á. (2024). Caracterización de aislamientos nativos de </a:t>
            </a:r>
            <a:r>
              <a:rPr lang="es-PE" dirty="0" err="1"/>
              <a:t>Metarhizium</a:t>
            </a:r>
            <a:r>
              <a:rPr lang="es-PE" dirty="0"/>
              <a:t> </a:t>
            </a:r>
            <a:r>
              <a:rPr lang="es-PE" dirty="0" err="1"/>
              <a:t>sp</a:t>
            </a:r>
            <a:r>
              <a:rPr lang="es-PE" dirty="0"/>
              <a:t>. para el control biológico de la chinche </a:t>
            </a:r>
            <a:r>
              <a:rPr lang="es-PE" dirty="0" err="1"/>
              <a:t>Antiteuchus</a:t>
            </a:r>
            <a:r>
              <a:rPr lang="es-PE" dirty="0"/>
              <a:t> </a:t>
            </a:r>
            <a:r>
              <a:rPr lang="es-PE" dirty="0" err="1"/>
              <a:t>Tripterus</a:t>
            </a:r>
            <a:r>
              <a:rPr lang="es-PE" dirty="0"/>
              <a:t> (</a:t>
            </a:r>
            <a:r>
              <a:rPr lang="es-PE" dirty="0" err="1"/>
              <a:t>Hemiptera</a:t>
            </a:r>
            <a:r>
              <a:rPr lang="es-PE" dirty="0"/>
              <a:t>: </a:t>
            </a:r>
            <a:r>
              <a:rPr lang="es-PE" dirty="0" err="1"/>
              <a:t>Pentatomidae</a:t>
            </a:r>
            <a:r>
              <a:rPr lang="es-PE" dirty="0"/>
              <a:t>) en Tabasco, México. </a:t>
            </a:r>
            <a:r>
              <a:rPr lang="es-PE" dirty="0">
                <a:hlinkClick r:id="rId4"/>
              </a:rPr>
              <a:t>https://ri.ujat.mx/handle/200.500.12107/4470</a:t>
            </a:r>
            <a:endParaRPr lang="es-PE" dirty="0"/>
          </a:p>
          <a:p>
            <a:endParaRPr lang="es-PE" dirty="0"/>
          </a:p>
          <a:p>
            <a:r>
              <a:rPr lang="es-PE" dirty="0"/>
              <a:t>Oliva-Cruz, M., Altamirano-</a:t>
            </a:r>
            <a:r>
              <a:rPr lang="es-PE" dirty="0" err="1"/>
              <a:t>Tantalean</a:t>
            </a:r>
            <a:r>
              <a:rPr lang="es-PE" dirty="0"/>
              <a:t>, M. A., Chuquizuta-Torres, R., Oliva-Cruz, C., Maicelo-Quintana, J. L., Leiva-Espinoza, S. T., Culqui, L., </a:t>
            </a:r>
            <a:r>
              <a:rPr lang="es-PE" dirty="0" err="1"/>
              <a:t>Mendez-Fasabi</a:t>
            </a:r>
            <a:r>
              <a:rPr lang="es-PE" dirty="0"/>
              <a:t>, L. D., Rojas Ventura, H. M., </a:t>
            </a:r>
            <a:r>
              <a:rPr lang="es-PE" dirty="0" err="1"/>
              <a:t>Corazon-Guivin</a:t>
            </a:r>
            <a:r>
              <a:rPr lang="es-PE" dirty="0"/>
              <a:t>, M. A., &amp; </a:t>
            </a:r>
            <a:r>
              <a:rPr lang="es-PE" dirty="0" err="1"/>
              <a:t>Juarez</a:t>
            </a:r>
            <a:r>
              <a:rPr lang="es-PE" dirty="0"/>
              <a:t>-Contreras, L. (2024). </a:t>
            </a:r>
            <a:r>
              <a:rPr lang="es-PE" dirty="0" err="1"/>
              <a:t>Isolation</a:t>
            </a:r>
            <a:r>
              <a:rPr lang="es-PE" dirty="0"/>
              <a:t> and </a:t>
            </a:r>
            <a:r>
              <a:rPr lang="es-PE" dirty="0" err="1"/>
              <a:t>Characterization</a:t>
            </a:r>
            <a:r>
              <a:rPr lang="es-PE" dirty="0"/>
              <a:t> </a:t>
            </a:r>
            <a:r>
              <a:rPr lang="es-PE" dirty="0" err="1"/>
              <a:t>of</a:t>
            </a:r>
            <a:r>
              <a:rPr lang="es-PE" dirty="0"/>
              <a:t> Native </a:t>
            </a:r>
            <a:r>
              <a:rPr lang="es-PE" dirty="0" err="1"/>
              <a:t>Isolates</a:t>
            </a:r>
            <a:r>
              <a:rPr lang="es-PE" dirty="0"/>
              <a:t> </a:t>
            </a:r>
            <a:r>
              <a:rPr lang="es-PE" dirty="0" err="1"/>
              <a:t>of</a:t>
            </a:r>
            <a:r>
              <a:rPr lang="es-PE" dirty="0"/>
              <a:t> </a:t>
            </a:r>
            <a:r>
              <a:rPr lang="es-PE" dirty="0" err="1"/>
              <a:t>Metarhizium</a:t>
            </a:r>
            <a:r>
              <a:rPr lang="es-PE" dirty="0"/>
              <a:t> </a:t>
            </a:r>
            <a:r>
              <a:rPr lang="es-PE" dirty="0" err="1"/>
              <a:t>sp</a:t>
            </a:r>
            <a:r>
              <a:rPr lang="es-PE" dirty="0"/>
              <a:t>. As a </a:t>
            </a:r>
            <a:r>
              <a:rPr lang="es-PE" dirty="0" err="1"/>
              <a:t>Biocontrol</a:t>
            </a:r>
            <a:r>
              <a:rPr lang="es-PE" dirty="0"/>
              <a:t> </a:t>
            </a:r>
            <a:r>
              <a:rPr lang="es-PE" dirty="0" err="1"/>
              <a:t>Agent</a:t>
            </a:r>
            <a:r>
              <a:rPr lang="es-PE" dirty="0"/>
              <a:t> </a:t>
            </a:r>
            <a:r>
              <a:rPr lang="es-PE" dirty="0" err="1"/>
              <a:t>of</a:t>
            </a:r>
            <a:r>
              <a:rPr lang="es-PE" dirty="0"/>
              <a:t> </a:t>
            </a:r>
            <a:r>
              <a:rPr lang="es-PE" dirty="0" err="1"/>
              <a:t>Hypothenemus</a:t>
            </a:r>
            <a:r>
              <a:rPr lang="es-PE" dirty="0"/>
              <a:t> </a:t>
            </a:r>
            <a:r>
              <a:rPr lang="es-PE" dirty="0" err="1"/>
              <a:t>hampei</a:t>
            </a:r>
            <a:r>
              <a:rPr lang="es-PE" dirty="0"/>
              <a:t> in Rodríguez de Mendoza </a:t>
            </a:r>
            <a:r>
              <a:rPr lang="es-PE" dirty="0" err="1"/>
              <a:t>Province</a:t>
            </a:r>
            <a:r>
              <a:rPr lang="es-PE" dirty="0"/>
              <a:t>—</a:t>
            </a:r>
            <a:r>
              <a:rPr lang="es-PE" dirty="0" err="1"/>
              <a:t>Peru</a:t>
            </a:r>
            <a:r>
              <a:rPr lang="es-PE" dirty="0"/>
              <a:t>. </a:t>
            </a:r>
            <a:r>
              <a:rPr lang="es-PE" dirty="0" err="1"/>
              <a:t>Agronomy</a:t>
            </a:r>
            <a:r>
              <a:rPr lang="es-PE" dirty="0"/>
              <a:t>, 14(7), </a:t>
            </a:r>
            <a:r>
              <a:rPr lang="es-PE" dirty="0" err="1"/>
              <a:t>Article</a:t>
            </a:r>
            <a:r>
              <a:rPr lang="es-PE" dirty="0"/>
              <a:t> 7. </a:t>
            </a:r>
            <a:r>
              <a:rPr lang="es-PE" dirty="0">
                <a:hlinkClick r:id="rId5"/>
              </a:rPr>
              <a:t>https://doi.org/10.3390/agronomy14071341</a:t>
            </a:r>
            <a:endParaRPr lang="es-PE" dirty="0"/>
          </a:p>
          <a:p>
            <a:br>
              <a:rPr lang="es-PE" dirty="0"/>
            </a:br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5600773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22CA78-CF3C-8909-6ABD-D026E2AD19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64;p8">
            <a:extLst>
              <a:ext uri="{FF2B5EF4-FFF2-40B4-BE49-F238E27FC236}">
                <a16:creationId xmlns:a16="http://schemas.microsoft.com/office/drawing/2014/main" id="{ABCAB253-2098-1836-0A6A-F40902C4A095}"/>
              </a:ext>
            </a:extLst>
          </p:cNvPr>
          <p:cNvSpPr txBox="1">
            <a:spLocks/>
          </p:cNvSpPr>
          <p:nvPr/>
        </p:nvSpPr>
        <p:spPr>
          <a:xfrm>
            <a:off x="4365444" y="838437"/>
            <a:ext cx="5061312" cy="4443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3325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150" b="1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s-MX" sz="2800" dirty="0">
                <a:solidFill>
                  <a:schemeClr val="bg1"/>
                </a:solidFill>
                <a:latin typeface="TimesNewRomanPS-BoldMT"/>
              </a:rPr>
              <a:t>Referencias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81E7CBD9-0F3E-887F-D19E-349CCE7BF7AF}"/>
              </a:ext>
            </a:extLst>
          </p:cNvPr>
          <p:cNvSpPr txBox="1"/>
          <p:nvPr/>
        </p:nvSpPr>
        <p:spPr>
          <a:xfrm>
            <a:off x="298450" y="1905001"/>
            <a:ext cx="10096500" cy="29621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indent="-457200">
              <a:lnSpc>
                <a:spcPct val="150000"/>
              </a:lnSpc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s-PE" dirty="0"/>
              <a:t>Torres de la C., M., Cortez M., H., Ortiz G., C. F., </a:t>
            </a:r>
            <a:r>
              <a:rPr lang="es-PE" dirty="0" err="1"/>
              <a:t>Cappello</a:t>
            </a:r>
            <a:r>
              <a:rPr lang="es-PE" dirty="0"/>
              <a:t> G., S., &amp; de la Cruz P., A. (2013). Caracterización de aislamientos nativos de </a:t>
            </a:r>
            <a:r>
              <a:rPr lang="es-PE" dirty="0" err="1"/>
              <a:t>Metarhizium</a:t>
            </a:r>
            <a:r>
              <a:rPr lang="es-PE" dirty="0"/>
              <a:t> </a:t>
            </a:r>
            <a:r>
              <a:rPr lang="es-PE" dirty="0" err="1"/>
              <a:t>anisopliaey</a:t>
            </a:r>
            <a:r>
              <a:rPr lang="es-PE" dirty="0"/>
              <a:t> su patogenicidad hacia </a:t>
            </a:r>
            <a:r>
              <a:rPr lang="es-PE" dirty="0" err="1"/>
              <a:t>Aeneolamia</a:t>
            </a:r>
            <a:r>
              <a:rPr lang="es-PE" dirty="0"/>
              <a:t> postica, en Tabasco, México. Revista Colombiana de Entomología, 39(1), 40-46.</a:t>
            </a:r>
          </a:p>
          <a:p>
            <a:endParaRPr lang="es-PE" dirty="0"/>
          </a:p>
          <a:p>
            <a:r>
              <a:rPr lang="es-PE" dirty="0"/>
              <a:t>Valle, S., Carrera, K., Alemán, R., Caicedo, W., Valle, S., Carrera, K., Alemán, R., &amp; Caicedo, W. (2021). Caracterización de aislamientos nativos de </a:t>
            </a:r>
            <a:r>
              <a:rPr lang="es-PE" dirty="0" err="1"/>
              <a:t>Metarhizium</a:t>
            </a:r>
            <a:r>
              <a:rPr lang="es-PE" dirty="0"/>
              <a:t> </a:t>
            </a:r>
            <a:r>
              <a:rPr lang="es-PE" dirty="0" err="1"/>
              <a:t>spp</a:t>
            </a:r>
            <a:r>
              <a:rPr lang="es-PE" dirty="0"/>
              <a:t>. Para el control de </a:t>
            </a:r>
            <a:r>
              <a:rPr lang="es-PE" dirty="0" err="1"/>
              <a:t>Mahanarva</a:t>
            </a:r>
            <a:r>
              <a:rPr lang="es-PE" dirty="0"/>
              <a:t> </a:t>
            </a:r>
            <a:r>
              <a:rPr lang="es-PE" dirty="0" err="1"/>
              <a:t>andigena</a:t>
            </a:r>
            <a:r>
              <a:rPr lang="es-PE" dirty="0"/>
              <a:t> en el cultivar de caña de azúcar POJ93 en la Amazonia ecuatoriana. </a:t>
            </a:r>
            <a:r>
              <a:rPr lang="es-PE" dirty="0" err="1"/>
              <a:t>Idesia</a:t>
            </a:r>
            <a:r>
              <a:rPr lang="es-PE" dirty="0"/>
              <a:t> (Arica), 39(1), 69-75. https://doi.org/10.4067/S0718-34292021000100069</a:t>
            </a:r>
          </a:p>
          <a:p>
            <a:br>
              <a:rPr lang="es-PE" dirty="0"/>
            </a:br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29648885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360</TotalTime>
  <Words>1598</Words>
  <Application>Microsoft Office PowerPoint</Application>
  <PresentationFormat>Personalizado</PresentationFormat>
  <Paragraphs>87</Paragraphs>
  <Slides>13</Slides>
  <Notes>5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13</vt:i4>
      </vt:variant>
    </vt:vector>
  </HeadingPairs>
  <TitlesOfParts>
    <vt:vector size="18" baseType="lpstr">
      <vt:lpstr>Arial</vt:lpstr>
      <vt:lpstr>Calibri</vt:lpstr>
      <vt:lpstr>Times New Roman</vt:lpstr>
      <vt:lpstr>TimesNewRomanPS-BoldMT</vt:lpstr>
      <vt:lpstr>Office Theme</vt:lpstr>
      <vt:lpstr>Aislados nativos de Metarhizium spp. con potencial de biocontrol sobre el picudo rayado del plátano (Metamasius hemipterus) en Ñunya Jalca, Amazonas  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Análisis comparativo de la emergencia de cuatro variedades de Lactuca sativa en sustrato estándar</dc:title>
  <dc:creator>Edwin</dc:creator>
  <cp:lastModifiedBy>Edwin Mondragon</cp:lastModifiedBy>
  <cp:revision>6</cp:revision>
  <dcterms:modified xsi:type="dcterms:W3CDTF">2025-06-10T19:40:01Z</dcterms:modified>
</cp:coreProperties>
</file>